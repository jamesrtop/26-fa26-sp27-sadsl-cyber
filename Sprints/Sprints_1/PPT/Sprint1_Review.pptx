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5" r:id="rId4"/>
    <p:sldId id="270" r:id="rId5"/>
    <p:sldId id="271" r:id="rId6"/>
    <p:sldId id="272" r:id="rId7"/>
    <p:sldId id="259" r:id="rId8"/>
    <p:sldId id="258" r:id="rId9"/>
    <p:sldId id="279" r:id="rId10"/>
    <p:sldId id="273" r:id="rId11"/>
    <p:sldId id="261" r:id="rId12"/>
    <p:sldId id="262" r:id="rId13"/>
    <p:sldId id="263" r:id="rId14"/>
    <p:sldId id="274" r:id="rId15"/>
    <p:sldId id="264" r:id="rId16"/>
    <p:sldId id="265" r:id="rId17"/>
    <p:sldId id="266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EEBD4-56E3-3A8E-6770-4CDD7E804DB5}" v="393" dt="2026-10-12T02:33:29.285"/>
    <p1510:client id="{2207C628-4413-4D87-DA94-B65F0EBC50D0}" v="19" dt="2026-10-12T02:43:35.674"/>
    <p1510:client id="{2D125374-1CE3-518F-4AA6-F45BB9573E03}" v="1" dt="2026-10-12T02:03:11.779"/>
    <p1510:client id="{53ACECAC-33FF-A26F-2382-850DCB116D21}" v="295" dt="2026-10-11T22:42:31.028"/>
    <p1510:client id="{D4984559-5AD5-6117-8CBD-8010C17D2BE4}" v="85" dt="2026-10-12T02:03:1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C59058-CBE7-4EEB-B3D8-58AAFB2D51C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C054C90-0B81-415E-94FA-D051BEC5B89D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000">
              <a:latin typeface="Aptos"/>
              <a:ea typeface="+mn-ea"/>
              <a:cs typeface="+mn-cs"/>
            </a:rPr>
            <a:t>Gather Documentation Info from Client</a:t>
          </a:r>
        </a:p>
      </dgm:t>
    </dgm:pt>
    <dgm:pt modelId="{3C8BF4BE-D786-4E17-8646-165343A67492}" type="parTrans" cxnId="{993EBEC8-F541-4127-A46F-86765AB09DD8}">
      <dgm:prSet/>
      <dgm:spPr/>
      <dgm:t>
        <a:bodyPr/>
        <a:lstStyle/>
        <a:p>
          <a:endParaRPr lang="en-US"/>
        </a:p>
      </dgm:t>
    </dgm:pt>
    <dgm:pt modelId="{E8072D9D-EDFC-4AEE-BCCD-3FECF75190AB}" type="sibTrans" cxnId="{993EBEC8-F541-4127-A46F-86765AB09DD8}">
      <dgm:prSet/>
      <dgm:spPr/>
      <dgm:t>
        <a:bodyPr/>
        <a:lstStyle/>
        <a:p>
          <a:endParaRPr lang="en-US"/>
        </a:p>
      </dgm:t>
    </dgm:pt>
    <dgm:pt modelId="{91F9CDC6-ED32-4A02-A051-3BC772137A7D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000">
              <a:latin typeface="Aptos"/>
              <a:ea typeface="+mn-ea"/>
              <a:cs typeface="+mn-cs"/>
            </a:rPr>
            <a:t>Create Description and Specification Documentation</a:t>
          </a:r>
        </a:p>
      </dgm:t>
    </dgm:pt>
    <dgm:pt modelId="{715A6AAB-8522-43DA-B7F4-DB1494F46F94}" type="parTrans" cxnId="{47A35788-392E-4DE4-A69D-2A53DAD8BF72}">
      <dgm:prSet/>
      <dgm:spPr/>
      <dgm:t>
        <a:bodyPr/>
        <a:lstStyle/>
        <a:p>
          <a:endParaRPr lang="en-US"/>
        </a:p>
      </dgm:t>
    </dgm:pt>
    <dgm:pt modelId="{9CB2713F-1479-4FEF-9C85-DEC41F81F735}" type="sibTrans" cxnId="{47A35788-392E-4DE4-A69D-2A53DAD8BF72}">
      <dgm:prSet/>
      <dgm:spPr/>
      <dgm:t>
        <a:bodyPr/>
        <a:lstStyle/>
        <a:p>
          <a:endParaRPr lang="en-US"/>
        </a:p>
      </dgm:t>
    </dgm:pt>
    <dgm:pt modelId="{D8B8D9AE-7F06-4128-8015-1BF24B4CFB05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000">
              <a:latin typeface="Aptos"/>
              <a:ea typeface="+mn-ea"/>
              <a:cs typeface="+mn-cs"/>
            </a:rPr>
            <a:t>Identify language, libraries, and stack</a:t>
          </a:r>
        </a:p>
      </dgm:t>
    </dgm:pt>
    <dgm:pt modelId="{74A845EA-7977-4C68-A235-4E5B44494775}" type="parTrans" cxnId="{84E4024E-7108-4689-93C1-FE437CB6063A}">
      <dgm:prSet/>
      <dgm:spPr/>
      <dgm:t>
        <a:bodyPr/>
        <a:lstStyle/>
        <a:p>
          <a:endParaRPr lang="en-US"/>
        </a:p>
      </dgm:t>
    </dgm:pt>
    <dgm:pt modelId="{9496F3B9-744B-4675-9055-46CB4A7771E3}" type="sibTrans" cxnId="{84E4024E-7108-4689-93C1-FE437CB6063A}">
      <dgm:prSet/>
      <dgm:spPr/>
      <dgm:t>
        <a:bodyPr/>
        <a:lstStyle/>
        <a:p>
          <a:endParaRPr lang="en-US"/>
        </a:p>
      </dgm:t>
    </dgm:pt>
    <dgm:pt modelId="{F83C15A6-4F20-494E-9270-0F4FA30E4A88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000">
              <a:latin typeface="Aptos"/>
              <a:ea typeface="+mn-ea"/>
              <a:cs typeface="+mn-cs"/>
            </a:rPr>
            <a:t>Prepare a simple home server </a:t>
          </a:r>
        </a:p>
      </dgm:t>
    </dgm:pt>
    <dgm:pt modelId="{6D185E46-32C1-404F-B40F-2C95E4582996}" type="parTrans" cxnId="{6853B94E-5F57-4B67-BA34-E5169C271C55}">
      <dgm:prSet/>
      <dgm:spPr/>
    </dgm:pt>
    <dgm:pt modelId="{9BD8E409-4F6E-4004-9885-A6D9A8A96AF2}" type="sibTrans" cxnId="{6853B94E-5F57-4B67-BA34-E5169C271C55}">
      <dgm:prSet/>
      <dgm:spPr/>
    </dgm:pt>
    <dgm:pt modelId="{4D458A38-253E-4783-AA68-CEF48435DE24}" type="pres">
      <dgm:prSet presAssocID="{47C59058-CBE7-4EEB-B3D8-58AAFB2D51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9DD052F-41B8-42A8-AB76-7D0F07C3A805}" type="pres">
      <dgm:prSet presAssocID="{BC054C90-0B81-415E-94FA-D051BEC5B89D}" presName="hierRoot1" presStyleCnt="0"/>
      <dgm:spPr/>
    </dgm:pt>
    <dgm:pt modelId="{729BC30A-2C1A-42C7-B53C-0E0687D5DB2E}" type="pres">
      <dgm:prSet presAssocID="{BC054C90-0B81-415E-94FA-D051BEC5B89D}" presName="composite" presStyleCnt="0"/>
      <dgm:spPr/>
    </dgm:pt>
    <dgm:pt modelId="{C6FF094D-56FB-4564-A41E-01F6FBED6FA2}" type="pres">
      <dgm:prSet presAssocID="{BC054C90-0B81-415E-94FA-D051BEC5B89D}" presName="background" presStyleLbl="node0" presStyleIdx="0" presStyleCnt="4"/>
      <dgm:spPr/>
    </dgm:pt>
    <dgm:pt modelId="{1E38DB45-BAA8-4BD0-9124-E53FBF6B17A5}" type="pres">
      <dgm:prSet presAssocID="{BC054C90-0B81-415E-94FA-D051BEC5B89D}" presName="text" presStyleLbl="fgAcc0" presStyleIdx="0" presStyleCnt="4">
        <dgm:presLayoutVars>
          <dgm:chPref val="3"/>
        </dgm:presLayoutVars>
      </dgm:prSet>
      <dgm:spPr/>
    </dgm:pt>
    <dgm:pt modelId="{01380A97-64F4-401F-878D-9C1B92223AE8}" type="pres">
      <dgm:prSet presAssocID="{BC054C90-0B81-415E-94FA-D051BEC5B89D}" presName="hierChild2" presStyleCnt="0"/>
      <dgm:spPr/>
    </dgm:pt>
    <dgm:pt modelId="{6EB0C7A1-02F1-4046-80D4-C13A6BB8584D}" type="pres">
      <dgm:prSet presAssocID="{91F9CDC6-ED32-4A02-A051-3BC772137A7D}" presName="hierRoot1" presStyleCnt="0"/>
      <dgm:spPr/>
    </dgm:pt>
    <dgm:pt modelId="{AF8EFDAB-DD77-4BF4-A7C4-E11745B84CF3}" type="pres">
      <dgm:prSet presAssocID="{91F9CDC6-ED32-4A02-A051-3BC772137A7D}" presName="composite" presStyleCnt="0"/>
      <dgm:spPr/>
    </dgm:pt>
    <dgm:pt modelId="{01FF04EE-323C-4C2E-9BCD-3F10E8C1488D}" type="pres">
      <dgm:prSet presAssocID="{91F9CDC6-ED32-4A02-A051-3BC772137A7D}" presName="background" presStyleLbl="node0" presStyleIdx="1" presStyleCnt="4"/>
      <dgm:spPr/>
    </dgm:pt>
    <dgm:pt modelId="{3DB65D31-EA13-4E38-82FC-2FF8B812044C}" type="pres">
      <dgm:prSet presAssocID="{91F9CDC6-ED32-4A02-A051-3BC772137A7D}" presName="text" presStyleLbl="fgAcc0" presStyleIdx="1" presStyleCnt="4">
        <dgm:presLayoutVars>
          <dgm:chPref val="3"/>
        </dgm:presLayoutVars>
      </dgm:prSet>
      <dgm:spPr/>
    </dgm:pt>
    <dgm:pt modelId="{C8EA6DEA-7DD4-4876-8E08-EF0AA9C2886A}" type="pres">
      <dgm:prSet presAssocID="{91F9CDC6-ED32-4A02-A051-3BC772137A7D}" presName="hierChild2" presStyleCnt="0"/>
      <dgm:spPr/>
    </dgm:pt>
    <dgm:pt modelId="{F2F7B7D0-EF66-4AEA-BB7E-B611AB91A736}" type="pres">
      <dgm:prSet presAssocID="{D8B8D9AE-7F06-4128-8015-1BF24B4CFB05}" presName="hierRoot1" presStyleCnt="0"/>
      <dgm:spPr/>
    </dgm:pt>
    <dgm:pt modelId="{2B7BEE04-5E6E-4988-81CF-8C93BA820F9F}" type="pres">
      <dgm:prSet presAssocID="{D8B8D9AE-7F06-4128-8015-1BF24B4CFB05}" presName="composite" presStyleCnt="0"/>
      <dgm:spPr/>
    </dgm:pt>
    <dgm:pt modelId="{83721921-0DA1-46C9-BC6D-421949A5615E}" type="pres">
      <dgm:prSet presAssocID="{D8B8D9AE-7F06-4128-8015-1BF24B4CFB05}" presName="background" presStyleLbl="node0" presStyleIdx="2" presStyleCnt="4"/>
      <dgm:spPr/>
    </dgm:pt>
    <dgm:pt modelId="{C9BECD39-79A2-4018-84A4-EF5BA2989278}" type="pres">
      <dgm:prSet presAssocID="{D8B8D9AE-7F06-4128-8015-1BF24B4CFB05}" presName="text" presStyleLbl="fgAcc0" presStyleIdx="2" presStyleCnt="4">
        <dgm:presLayoutVars>
          <dgm:chPref val="3"/>
        </dgm:presLayoutVars>
      </dgm:prSet>
      <dgm:spPr/>
    </dgm:pt>
    <dgm:pt modelId="{48057D9F-6B95-49C0-884A-350CEBA785B0}" type="pres">
      <dgm:prSet presAssocID="{D8B8D9AE-7F06-4128-8015-1BF24B4CFB05}" presName="hierChild2" presStyleCnt="0"/>
      <dgm:spPr/>
    </dgm:pt>
    <dgm:pt modelId="{63715E44-D3D6-4132-A43F-13A15D9F9C58}" type="pres">
      <dgm:prSet presAssocID="{F83C15A6-4F20-494E-9270-0F4FA30E4A88}" presName="hierRoot1" presStyleCnt="0"/>
      <dgm:spPr/>
    </dgm:pt>
    <dgm:pt modelId="{E6C7BE61-EB6A-4769-99E3-5F93C1393C83}" type="pres">
      <dgm:prSet presAssocID="{F83C15A6-4F20-494E-9270-0F4FA30E4A88}" presName="composite" presStyleCnt="0"/>
      <dgm:spPr/>
    </dgm:pt>
    <dgm:pt modelId="{61948F28-DBC9-4779-A843-7A3B565FC474}" type="pres">
      <dgm:prSet presAssocID="{F83C15A6-4F20-494E-9270-0F4FA30E4A88}" presName="background" presStyleLbl="node0" presStyleIdx="3" presStyleCnt="4"/>
      <dgm:spPr/>
    </dgm:pt>
    <dgm:pt modelId="{7A649449-DD1A-43F1-BAA0-4298EE00AEDD}" type="pres">
      <dgm:prSet presAssocID="{F83C15A6-4F20-494E-9270-0F4FA30E4A88}" presName="text" presStyleLbl="fgAcc0" presStyleIdx="3" presStyleCnt="4">
        <dgm:presLayoutVars>
          <dgm:chPref val="3"/>
        </dgm:presLayoutVars>
      </dgm:prSet>
      <dgm:spPr/>
    </dgm:pt>
    <dgm:pt modelId="{DF295638-1EC6-4C31-A32F-F650E9814E75}" type="pres">
      <dgm:prSet presAssocID="{F83C15A6-4F20-494E-9270-0F4FA30E4A88}" presName="hierChild2" presStyleCnt="0"/>
      <dgm:spPr/>
    </dgm:pt>
  </dgm:ptLst>
  <dgm:cxnLst>
    <dgm:cxn modelId="{789D0712-30DC-4490-8B11-727C76DDCB3D}" type="presOf" srcId="{F83C15A6-4F20-494E-9270-0F4FA30E4A88}" destId="{7A649449-DD1A-43F1-BAA0-4298EE00AEDD}" srcOrd="0" destOrd="0" presId="urn:microsoft.com/office/officeart/2005/8/layout/hierarchy1"/>
    <dgm:cxn modelId="{84E4024E-7108-4689-93C1-FE437CB6063A}" srcId="{47C59058-CBE7-4EEB-B3D8-58AAFB2D51CC}" destId="{D8B8D9AE-7F06-4128-8015-1BF24B4CFB05}" srcOrd="2" destOrd="0" parTransId="{74A845EA-7977-4C68-A235-4E5B44494775}" sibTransId="{9496F3B9-744B-4675-9055-46CB4A7771E3}"/>
    <dgm:cxn modelId="{6853B94E-5F57-4B67-BA34-E5169C271C55}" srcId="{47C59058-CBE7-4EEB-B3D8-58AAFB2D51CC}" destId="{F83C15A6-4F20-494E-9270-0F4FA30E4A88}" srcOrd="3" destOrd="0" parTransId="{6D185E46-32C1-404F-B40F-2C95E4582996}" sibTransId="{9BD8E409-4F6E-4004-9885-A6D9A8A96AF2}"/>
    <dgm:cxn modelId="{77E5EB7F-3A46-4C9A-BF32-DA9DEA10E93A}" type="presOf" srcId="{BC054C90-0B81-415E-94FA-D051BEC5B89D}" destId="{1E38DB45-BAA8-4BD0-9124-E53FBF6B17A5}" srcOrd="0" destOrd="0" presId="urn:microsoft.com/office/officeart/2005/8/layout/hierarchy1"/>
    <dgm:cxn modelId="{47A35788-392E-4DE4-A69D-2A53DAD8BF72}" srcId="{47C59058-CBE7-4EEB-B3D8-58AAFB2D51CC}" destId="{91F9CDC6-ED32-4A02-A051-3BC772137A7D}" srcOrd="1" destOrd="0" parTransId="{715A6AAB-8522-43DA-B7F4-DB1494F46F94}" sibTransId="{9CB2713F-1479-4FEF-9C85-DEC41F81F735}"/>
    <dgm:cxn modelId="{F78CC7A7-CBD3-4258-805A-590B0BF1D147}" type="presOf" srcId="{47C59058-CBE7-4EEB-B3D8-58AAFB2D51CC}" destId="{4D458A38-253E-4783-AA68-CEF48435DE24}" srcOrd="0" destOrd="0" presId="urn:microsoft.com/office/officeart/2005/8/layout/hierarchy1"/>
    <dgm:cxn modelId="{B9F6E2BC-728B-42F4-98CD-53EBEE3D1108}" type="presOf" srcId="{91F9CDC6-ED32-4A02-A051-3BC772137A7D}" destId="{3DB65D31-EA13-4E38-82FC-2FF8B812044C}" srcOrd="0" destOrd="0" presId="urn:microsoft.com/office/officeart/2005/8/layout/hierarchy1"/>
    <dgm:cxn modelId="{993EBEC8-F541-4127-A46F-86765AB09DD8}" srcId="{47C59058-CBE7-4EEB-B3D8-58AAFB2D51CC}" destId="{BC054C90-0B81-415E-94FA-D051BEC5B89D}" srcOrd="0" destOrd="0" parTransId="{3C8BF4BE-D786-4E17-8646-165343A67492}" sibTransId="{E8072D9D-EDFC-4AEE-BCCD-3FECF75190AB}"/>
    <dgm:cxn modelId="{39377BEA-F0B2-4B25-9BBD-80C102455DC6}" type="presOf" srcId="{D8B8D9AE-7F06-4128-8015-1BF24B4CFB05}" destId="{C9BECD39-79A2-4018-84A4-EF5BA2989278}" srcOrd="0" destOrd="0" presId="urn:microsoft.com/office/officeart/2005/8/layout/hierarchy1"/>
    <dgm:cxn modelId="{2B794BC1-BEE8-430D-9187-EE378EA52663}" type="presParOf" srcId="{4D458A38-253E-4783-AA68-CEF48435DE24}" destId="{69DD052F-41B8-42A8-AB76-7D0F07C3A805}" srcOrd="0" destOrd="0" presId="urn:microsoft.com/office/officeart/2005/8/layout/hierarchy1"/>
    <dgm:cxn modelId="{5115DAAC-E7EF-4C73-B20B-2D43ABB97D1B}" type="presParOf" srcId="{69DD052F-41B8-42A8-AB76-7D0F07C3A805}" destId="{729BC30A-2C1A-42C7-B53C-0E0687D5DB2E}" srcOrd="0" destOrd="0" presId="urn:microsoft.com/office/officeart/2005/8/layout/hierarchy1"/>
    <dgm:cxn modelId="{3E3AEBC7-125E-4A42-A388-58394046C32C}" type="presParOf" srcId="{729BC30A-2C1A-42C7-B53C-0E0687D5DB2E}" destId="{C6FF094D-56FB-4564-A41E-01F6FBED6FA2}" srcOrd="0" destOrd="0" presId="urn:microsoft.com/office/officeart/2005/8/layout/hierarchy1"/>
    <dgm:cxn modelId="{3205E6F8-94A1-4CF8-AC15-2222EEF5D27B}" type="presParOf" srcId="{729BC30A-2C1A-42C7-B53C-0E0687D5DB2E}" destId="{1E38DB45-BAA8-4BD0-9124-E53FBF6B17A5}" srcOrd="1" destOrd="0" presId="urn:microsoft.com/office/officeart/2005/8/layout/hierarchy1"/>
    <dgm:cxn modelId="{E7E1BDE1-C693-440B-B276-AE1A2461F5C3}" type="presParOf" srcId="{69DD052F-41B8-42A8-AB76-7D0F07C3A805}" destId="{01380A97-64F4-401F-878D-9C1B92223AE8}" srcOrd="1" destOrd="0" presId="urn:microsoft.com/office/officeart/2005/8/layout/hierarchy1"/>
    <dgm:cxn modelId="{240482CD-534F-492C-9422-58A53E67336B}" type="presParOf" srcId="{4D458A38-253E-4783-AA68-CEF48435DE24}" destId="{6EB0C7A1-02F1-4046-80D4-C13A6BB8584D}" srcOrd="1" destOrd="0" presId="urn:microsoft.com/office/officeart/2005/8/layout/hierarchy1"/>
    <dgm:cxn modelId="{F6338245-8FCB-4723-B170-FFFEFBE1764E}" type="presParOf" srcId="{6EB0C7A1-02F1-4046-80D4-C13A6BB8584D}" destId="{AF8EFDAB-DD77-4BF4-A7C4-E11745B84CF3}" srcOrd="0" destOrd="0" presId="urn:microsoft.com/office/officeart/2005/8/layout/hierarchy1"/>
    <dgm:cxn modelId="{8A90CC3F-ACDA-4E18-8C42-EA1B1773F7E3}" type="presParOf" srcId="{AF8EFDAB-DD77-4BF4-A7C4-E11745B84CF3}" destId="{01FF04EE-323C-4C2E-9BCD-3F10E8C1488D}" srcOrd="0" destOrd="0" presId="urn:microsoft.com/office/officeart/2005/8/layout/hierarchy1"/>
    <dgm:cxn modelId="{3CA141B4-0212-47EB-9E5B-8FB39EBC43BB}" type="presParOf" srcId="{AF8EFDAB-DD77-4BF4-A7C4-E11745B84CF3}" destId="{3DB65D31-EA13-4E38-82FC-2FF8B812044C}" srcOrd="1" destOrd="0" presId="urn:microsoft.com/office/officeart/2005/8/layout/hierarchy1"/>
    <dgm:cxn modelId="{9FD08A42-05C0-4FC4-A51C-9B6ABB9AC45A}" type="presParOf" srcId="{6EB0C7A1-02F1-4046-80D4-C13A6BB8584D}" destId="{C8EA6DEA-7DD4-4876-8E08-EF0AA9C2886A}" srcOrd="1" destOrd="0" presId="urn:microsoft.com/office/officeart/2005/8/layout/hierarchy1"/>
    <dgm:cxn modelId="{CD4D29D5-25BF-4DF4-8083-122EB844554A}" type="presParOf" srcId="{4D458A38-253E-4783-AA68-CEF48435DE24}" destId="{F2F7B7D0-EF66-4AEA-BB7E-B611AB91A736}" srcOrd="2" destOrd="0" presId="urn:microsoft.com/office/officeart/2005/8/layout/hierarchy1"/>
    <dgm:cxn modelId="{01900DD5-1CAC-4A15-BD71-576E5985FE38}" type="presParOf" srcId="{F2F7B7D0-EF66-4AEA-BB7E-B611AB91A736}" destId="{2B7BEE04-5E6E-4988-81CF-8C93BA820F9F}" srcOrd="0" destOrd="0" presId="urn:microsoft.com/office/officeart/2005/8/layout/hierarchy1"/>
    <dgm:cxn modelId="{1B46F554-7D66-4BB9-A410-D232B2EF40D0}" type="presParOf" srcId="{2B7BEE04-5E6E-4988-81CF-8C93BA820F9F}" destId="{83721921-0DA1-46C9-BC6D-421949A5615E}" srcOrd="0" destOrd="0" presId="urn:microsoft.com/office/officeart/2005/8/layout/hierarchy1"/>
    <dgm:cxn modelId="{4E82D0FD-2A14-4247-B324-BB969DA64251}" type="presParOf" srcId="{2B7BEE04-5E6E-4988-81CF-8C93BA820F9F}" destId="{C9BECD39-79A2-4018-84A4-EF5BA2989278}" srcOrd="1" destOrd="0" presId="urn:microsoft.com/office/officeart/2005/8/layout/hierarchy1"/>
    <dgm:cxn modelId="{8462346B-D968-4586-8D93-79CEF1ECB3E2}" type="presParOf" srcId="{F2F7B7D0-EF66-4AEA-BB7E-B611AB91A736}" destId="{48057D9F-6B95-49C0-884A-350CEBA785B0}" srcOrd="1" destOrd="0" presId="urn:microsoft.com/office/officeart/2005/8/layout/hierarchy1"/>
    <dgm:cxn modelId="{5AF4EC0A-59DB-4F5D-BEB3-29BEB785E17D}" type="presParOf" srcId="{4D458A38-253E-4783-AA68-CEF48435DE24}" destId="{63715E44-D3D6-4132-A43F-13A15D9F9C58}" srcOrd="3" destOrd="0" presId="urn:microsoft.com/office/officeart/2005/8/layout/hierarchy1"/>
    <dgm:cxn modelId="{F62476B8-727F-4FE5-8354-617ACA671DA0}" type="presParOf" srcId="{63715E44-D3D6-4132-A43F-13A15D9F9C58}" destId="{E6C7BE61-EB6A-4769-99E3-5F93C1393C83}" srcOrd="0" destOrd="0" presId="urn:microsoft.com/office/officeart/2005/8/layout/hierarchy1"/>
    <dgm:cxn modelId="{4D07F75F-5CBF-4EA1-82FC-F8611514C83B}" type="presParOf" srcId="{E6C7BE61-EB6A-4769-99E3-5F93C1393C83}" destId="{61948F28-DBC9-4779-A843-7A3B565FC474}" srcOrd="0" destOrd="0" presId="urn:microsoft.com/office/officeart/2005/8/layout/hierarchy1"/>
    <dgm:cxn modelId="{EC8A1847-AD7F-43B0-8287-BBA5D0B3F736}" type="presParOf" srcId="{E6C7BE61-EB6A-4769-99E3-5F93C1393C83}" destId="{7A649449-DD1A-43F1-BAA0-4298EE00AEDD}" srcOrd="1" destOrd="0" presId="urn:microsoft.com/office/officeart/2005/8/layout/hierarchy1"/>
    <dgm:cxn modelId="{5C850AFA-9F7E-40A5-B3A5-4E0A4FE27F86}" type="presParOf" srcId="{63715E44-D3D6-4132-A43F-13A15D9F9C58}" destId="{DF295638-1EC6-4C31-A32F-F650E9814E7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C59058-CBE7-4EEB-B3D8-58AAFB2D51C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C054C90-0B81-415E-94FA-D051BEC5B89D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400">
              <a:latin typeface="Aptos"/>
              <a:ea typeface="+mn-ea"/>
              <a:cs typeface="+mn-cs"/>
            </a:rPr>
            <a:t>Create Requirements Document</a:t>
          </a:r>
        </a:p>
      </dgm:t>
    </dgm:pt>
    <dgm:pt modelId="{3C8BF4BE-D786-4E17-8646-165343A67492}" type="parTrans" cxnId="{993EBEC8-F541-4127-A46F-86765AB09DD8}">
      <dgm:prSet/>
      <dgm:spPr/>
      <dgm:t>
        <a:bodyPr/>
        <a:lstStyle/>
        <a:p>
          <a:endParaRPr lang="en-US"/>
        </a:p>
      </dgm:t>
    </dgm:pt>
    <dgm:pt modelId="{E8072D9D-EDFC-4AEE-BCCD-3FECF75190AB}" type="sibTrans" cxnId="{993EBEC8-F541-4127-A46F-86765AB09DD8}">
      <dgm:prSet/>
      <dgm:spPr/>
      <dgm:t>
        <a:bodyPr/>
        <a:lstStyle/>
        <a:p>
          <a:endParaRPr lang="en-US"/>
        </a:p>
      </dgm:t>
    </dgm:pt>
    <dgm:pt modelId="{D8B8D9AE-7F06-4128-8015-1BF24B4CFB05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400">
              <a:latin typeface="Aptos"/>
              <a:ea typeface="+mn-ea"/>
              <a:cs typeface="+mn-cs"/>
            </a:rPr>
            <a:t>Establish Client Baseline</a:t>
          </a:r>
        </a:p>
      </dgm:t>
    </dgm:pt>
    <dgm:pt modelId="{74A845EA-7977-4C68-A235-4E5B44494775}" type="parTrans" cxnId="{84E4024E-7108-4689-93C1-FE437CB6063A}">
      <dgm:prSet/>
      <dgm:spPr/>
      <dgm:t>
        <a:bodyPr/>
        <a:lstStyle/>
        <a:p>
          <a:endParaRPr lang="en-US"/>
        </a:p>
      </dgm:t>
    </dgm:pt>
    <dgm:pt modelId="{9496F3B9-744B-4675-9055-46CB4A7771E3}" type="sibTrans" cxnId="{84E4024E-7108-4689-93C1-FE437CB6063A}">
      <dgm:prSet/>
      <dgm:spPr/>
      <dgm:t>
        <a:bodyPr/>
        <a:lstStyle/>
        <a:p>
          <a:endParaRPr lang="en-US"/>
        </a:p>
      </dgm:t>
    </dgm:pt>
    <dgm:pt modelId="{F83C15A6-4F20-494E-9270-0F4FA30E4A88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400">
              <a:latin typeface="Aptos"/>
              <a:ea typeface="+mn-ea"/>
              <a:cs typeface="+mn-cs"/>
            </a:rPr>
            <a:t>Identify Stack and Prepare Demo</a:t>
          </a:r>
        </a:p>
      </dgm:t>
    </dgm:pt>
    <dgm:pt modelId="{6D185E46-32C1-404F-B40F-2C95E4582996}" type="parTrans" cxnId="{6853B94E-5F57-4B67-BA34-E5169C271C55}">
      <dgm:prSet/>
      <dgm:spPr/>
    </dgm:pt>
    <dgm:pt modelId="{9BD8E409-4F6E-4004-9885-A6D9A8A96AF2}" type="sibTrans" cxnId="{6853B94E-5F57-4B67-BA34-E5169C271C55}">
      <dgm:prSet/>
      <dgm:spPr/>
    </dgm:pt>
    <dgm:pt modelId="{F6175434-4111-4E1D-BCAE-DB7FBE2B394C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400">
              <a:latin typeface="Calibri"/>
              <a:ea typeface="Calibri"/>
              <a:cs typeface="Calibri"/>
            </a:rPr>
            <a:t>Create Project Overview Documents</a:t>
          </a:r>
        </a:p>
      </dgm:t>
    </dgm:pt>
    <dgm:pt modelId="{741B7387-E55D-4D07-8CFA-50F4DD1E791C}" type="parTrans" cxnId="{8BD2CC1D-45BA-4F43-872A-1D28FB6645BB}">
      <dgm:prSet/>
      <dgm:spPr/>
    </dgm:pt>
    <dgm:pt modelId="{AD8D38F3-D2FD-439F-9900-FCF63F89E428}" type="sibTrans" cxnId="{8BD2CC1D-45BA-4F43-872A-1D28FB6645BB}">
      <dgm:prSet/>
      <dgm:spPr/>
    </dgm:pt>
    <dgm:pt modelId="{4D458A38-253E-4783-AA68-CEF48435DE24}" type="pres">
      <dgm:prSet presAssocID="{47C59058-CBE7-4EEB-B3D8-58AAFB2D51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AEBB2A6-1A31-4014-93AE-CE9C34DDD725}" type="pres">
      <dgm:prSet presAssocID="{F6175434-4111-4E1D-BCAE-DB7FBE2B394C}" presName="hierRoot1" presStyleCnt="0"/>
      <dgm:spPr/>
    </dgm:pt>
    <dgm:pt modelId="{3F32DB45-A732-4C3D-9F9D-1F8706074ECB}" type="pres">
      <dgm:prSet presAssocID="{F6175434-4111-4E1D-BCAE-DB7FBE2B394C}" presName="composite" presStyleCnt="0"/>
      <dgm:spPr/>
    </dgm:pt>
    <dgm:pt modelId="{17351279-1B2D-42FD-83CC-9A21D8EE44D1}" type="pres">
      <dgm:prSet presAssocID="{F6175434-4111-4E1D-BCAE-DB7FBE2B394C}" presName="background" presStyleLbl="node0" presStyleIdx="0" presStyleCnt="4"/>
      <dgm:spPr/>
    </dgm:pt>
    <dgm:pt modelId="{691D2E56-A028-4C57-8A56-5987C365A1D9}" type="pres">
      <dgm:prSet presAssocID="{F6175434-4111-4E1D-BCAE-DB7FBE2B394C}" presName="text" presStyleLbl="fgAcc0" presStyleIdx="0" presStyleCnt="4">
        <dgm:presLayoutVars>
          <dgm:chPref val="3"/>
        </dgm:presLayoutVars>
      </dgm:prSet>
      <dgm:spPr/>
    </dgm:pt>
    <dgm:pt modelId="{CB64676D-2D63-4248-8296-70618FAC0D8F}" type="pres">
      <dgm:prSet presAssocID="{F6175434-4111-4E1D-BCAE-DB7FBE2B394C}" presName="hierChild2" presStyleCnt="0"/>
      <dgm:spPr/>
    </dgm:pt>
    <dgm:pt modelId="{69DD052F-41B8-42A8-AB76-7D0F07C3A805}" type="pres">
      <dgm:prSet presAssocID="{BC054C90-0B81-415E-94FA-D051BEC5B89D}" presName="hierRoot1" presStyleCnt="0"/>
      <dgm:spPr/>
    </dgm:pt>
    <dgm:pt modelId="{729BC30A-2C1A-42C7-B53C-0E0687D5DB2E}" type="pres">
      <dgm:prSet presAssocID="{BC054C90-0B81-415E-94FA-D051BEC5B89D}" presName="composite" presStyleCnt="0"/>
      <dgm:spPr/>
    </dgm:pt>
    <dgm:pt modelId="{C6FF094D-56FB-4564-A41E-01F6FBED6FA2}" type="pres">
      <dgm:prSet presAssocID="{BC054C90-0B81-415E-94FA-D051BEC5B89D}" presName="background" presStyleLbl="node0" presStyleIdx="1" presStyleCnt="4"/>
      <dgm:spPr/>
    </dgm:pt>
    <dgm:pt modelId="{1E38DB45-BAA8-4BD0-9124-E53FBF6B17A5}" type="pres">
      <dgm:prSet presAssocID="{BC054C90-0B81-415E-94FA-D051BEC5B89D}" presName="text" presStyleLbl="fgAcc0" presStyleIdx="1" presStyleCnt="4">
        <dgm:presLayoutVars>
          <dgm:chPref val="3"/>
        </dgm:presLayoutVars>
      </dgm:prSet>
      <dgm:spPr/>
    </dgm:pt>
    <dgm:pt modelId="{01380A97-64F4-401F-878D-9C1B92223AE8}" type="pres">
      <dgm:prSet presAssocID="{BC054C90-0B81-415E-94FA-D051BEC5B89D}" presName="hierChild2" presStyleCnt="0"/>
      <dgm:spPr/>
    </dgm:pt>
    <dgm:pt modelId="{F2F7B7D0-EF66-4AEA-BB7E-B611AB91A736}" type="pres">
      <dgm:prSet presAssocID="{D8B8D9AE-7F06-4128-8015-1BF24B4CFB05}" presName="hierRoot1" presStyleCnt="0"/>
      <dgm:spPr/>
    </dgm:pt>
    <dgm:pt modelId="{2B7BEE04-5E6E-4988-81CF-8C93BA820F9F}" type="pres">
      <dgm:prSet presAssocID="{D8B8D9AE-7F06-4128-8015-1BF24B4CFB05}" presName="composite" presStyleCnt="0"/>
      <dgm:spPr/>
    </dgm:pt>
    <dgm:pt modelId="{83721921-0DA1-46C9-BC6D-421949A5615E}" type="pres">
      <dgm:prSet presAssocID="{D8B8D9AE-7F06-4128-8015-1BF24B4CFB05}" presName="background" presStyleLbl="node0" presStyleIdx="2" presStyleCnt="4"/>
      <dgm:spPr/>
    </dgm:pt>
    <dgm:pt modelId="{C9BECD39-79A2-4018-84A4-EF5BA2989278}" type="pres">
      <dgm:prSet presAssocID="{D8B8D9AE-7F06-4128-8015-1BF24B4CFB05}" presName="text" presStyleLbl="fgAcc0" presStyleIdx="2" presStyleCnt="4">
        <dgm:presLayoutVars>
          <dgm:chPref val="3"/>
        </dgm:presLayoutVars>
      </dgm:prSet>
      <dgm:spPr/>
    </dgm:pt>
    <dgm:pt modelId="{48057D9F-6B95-49C0-884A-350CEBA785B0}" type="pres">
      <dgm:prSet presAssocID="{D8B8D9AE-7F06-4128-8015-1BF24B4CFB05}" presName="hierChild2" presStyleCnt="0"/>
      <dgm:spPr/>
    </dgm:pt>
    <dgm:pt modelId="{63715E44-D3D6-4132-A43F-13A15D9F9C58}" type="pres">
      <dgm:prSet presAssocID="{F83C15A6-4F20-494E-9270-0F4FA30E4A88}" presName="hierRoot1" presStyleCnt="0"/>
      <dgm:spPr/>
    </dgm:pt>
    <dgm:pt modelId="{E6C7BE61-EB6A-4769-99E3-5F93C1393C83}" type="pres">
      <dgm:prSet presAssocID="{F83C15A6-4F20-494E-9270-0F4FA30E4A88}" presName="composite" presStyleCnt="0"/>
      <dgm:spPr/>
    </dgm:pt>
    <dgm:pt modelId="{61948F28-DBC9-4779-A843-7A3B565FC474}" type="pres">
      <dgm:prSet presAssocID="{F83C15A6-4F20-494E-9270-0F4FA30E4A88}" presName="background" presStyleLbl="node0" presStyleIdx="3" presStyleCnt="4"/>
      <dgm:spPr/>
    </dgm:pt>
    <dgm:pt modelId="{7A649449-DD1A-43F1-BAA0-4298EE00AEDD}" type="pres">
      <dgm:prSet presAssocID="{F83C15A6-4F20-494E-9270-0F4FA30E4A88}" presName="text" presStyleLbl="fgAcc0" presStyleIdx="3" presStyleCnt="4">
        <dgm:presLayoutVars>
          <dgm:chPref val="3"/>
        </dgm:presLayoutVars>
      </dgm:prSet>
      <dgm:spPr/>
    </dgm:pt>
    <dgm:pt modelId="{DF295638-1EC6-4C31-A32F-F650E9814E75}" type="pres">
      <dgm:prSet presAssocID="{F83C15A6-4F20-494E-9270-0F4FA30E4A88}" presName="hierChild2" presStyleCnt="0"/>
      <dgm:spPr/>
    </dgm:pt>
  </dgm:ptLst>
  <dgm:cxnLst>
    <dgm:cxn modelId="{19887B1D-7EDE-4927-9F30-DA6A4FA3FCC1}" type="presOf" srcId="{D8B8D9AE-7F06-4128-8015-1BF24B4CFB05}" destId="{C9BECD39-79A2-4018-84A4-EF5BA2989278}" srcOrd="0" destOrd="0" presId="urn:microsoft.com/office/officeart/2005/8/layout/hierarchy1"/>
    <dgm:cxn modelId="{8BD2CC1D-45BA-4F43-872A-1D28FB6645BB}" srcId="{47C59058-CBE7-4EEB-B3D8-58AAFB2D51CC}" destId="{F6175434-4111-4E1D-BCAE-DB7FBE2B394C}" srcOrd="0" destOrd="0" parTransId="{741B7387-E55D-4D07-8CFA-50F4DD1E791C}" sibTransId="{AD8D38F3-D2FD-439F-9900-FCF63F89E428}"/>
    <dgm:cxn modelId="{30899C24-71E6-40C9-B010-0A922F90B3E1}" type="presOf" srcId="{F83C15A6-4F20-494E-9270-0F4FA30E4A88}" destId="{7A649449-DD1A-43F1-BAA0-4298EE00AEDD}" srcOrd="0" destOrd="0" presId="urn:microsoft.com/office/officeart/2005/8/layout/hierarchy1"/>
    <dgm:cxn modelId="{84E4024E-7108-4689-93C1-FE437CB6063A}" srcId="{47C59058-CBE7-4EEB-B3D8-58AAFB2D51CC}" destId="{D8B8D9AE-7F06-4128-8015-1BF24B4CFB05}" srcOrd="2" destOrd="0" parTransId="{74A845EA-7977-4C68-A235-4E5B44494775}" sibTransId="{9496F3B9-744B-4675-9055-46CB4A7771E3}"/>
    <dgm:cxn modelId="{6853B94E-5F57-4B67-BA34-E5169C271C55}" srcId="{47C59058-CBE7-4EEB-B3D8-58AAFB2D51CC}" destId="{F83C15A6-4F20-494E-9270-0F4FA30E4A88}" srcOrd="3" destOrd="0" parTransId="{6D185E46-32C1-404F-B40F-2C95E4582996}" sibTransId="{9BD8E409-4F6E-4004-9885-A6D9A8A96AF2}"/>
    <dgm:cxn modelId="{F78CC7A7-CBD3-4258-805A-590B0BF1D147}" type="presOf" srcId="{47C59058-CBE7-4EEB-B3D8-58AAFB2D51CC}" destId="{4D458A38-253E-4783-AA68-CEF48435DE24}" srcOrd="0" destOrd="0" presId="urn:microsoft.com/office/officeart/2005/8/layout/hierarchy1"/>
    <dgm:cxn modelId="{EA0DD6B7-6669-4140-9399-0891AC298475}" type="presOf" srcId="{F6175434-4111-4E1D-BCAE-DB7FBE2B394C}" destId="{691D2E56-A028-4C57-8A56-5987C365A1D9}" srcOrd="0" destOrd="0" presId="urn:microsoft.com/office/officeart/2005/8/layout/hierarchy1"/>
    <dgm:cxn modelId="{993EBEC8-F541-4127-A46F-86765AB09DD8}" srcId="{47C59058-CBE7-4EEB-B3D8-58AAFB2D51CC}" destId="{BC054C90-0B81-415E-94FA-D051BEC5B89D}" srcOrd="1" destOrd="0" parTransId="{3C8BF4BE-D786-4E17-8646-165343A67492}" sibTransId="{E8072D9D-EDFC-4AEE-BCCD-3FECF75190AB}"/>
    <dgm:cxn modelId="{66398AD7-EAE0-44FC-8DB1-A53739BDCC5E}" type="presOf" srcId="{BC054C90-0B81-415E-94FA-D051BEC5B89D}" destId="{1E38DB45-BAA8-4BD0-9124-E53FBF6B17A5}" srcOrd="0" destOrd="0" presId="urn:microsoft.com/office/officeart/2005/8/layout/hierarchy1"/>
    <dgm:cxn modelId="{640D93F5-0DEB-4F82-938A-62DB951FE48B}" type="presParOf" srcId="{4D458A38-253E-4783-AA68-CEF48435DE24}" destId="{0AEBB2A6-1A31-4014-93AE-CE9C34DDD725}" srcOrd="0" destOrd="0" presId="urn:microsoft.com/office/officeart/2005/8/layout/hierarchy1"/>
    <dgm:cxn modelId="{F053918B-0E68-44B6-BD0B-5F1414D4E632}" type="presParOf" srcId="{0AEBB2A6-1A31-4014-93AE-CE9C34DDD725}" destId="{3F32DB45-A732-4C3D-9F9D-1F8706074ECB}" srcOrd="0" destOrd="0" presId="urn:microsoft.com/office/officeart/2005/8/layout/hierarchy1"/>
    <dgm:cxn modelId="{FA9CD270-1203-48C8-9442-74B132E3F636}" type="presParOf" srcId="{3F32DB45-A732-4C3D-9F9D-1F8706074ECB}" destId="{17351279-1B2D-42FD-83CC-9A21D8EE44D1}" srcOrd="0" destOrd="0" presId="urn:microsoft.com/office/officeart/2005/8/layout/hierarchy1"/>
    <dgm:cxn modelId="{87339764-A8D3-470E-8296-D6F6F0450382}" type="presParOf" srcId="{3F32DB45-A732-4C3D-9F9D-1F8706074ECB}" destId="{691D2E56-A028-4C57-8A56-5987C365A1D9}" srcOrd="1" destOrd="0" presId="urn:microsoft.com/office/officeart/2005/8/layout/hierarchy1"/>
    <dgm:cxn modelId="{3B0B850F-43EF-4E08-95E5-BAFCC08ECCDE}" type="presParOf" srcId="{0AEBB2A6-1A31-4014-93AE-CE9C34DDD725}" destId="{CB64676D-2D63-4248-8296-70618FAC0D8F}" srcOrd="1" destOrd="0" presId="urn:microsoft.com/office/officeart/2005/8/layout/hierarchy1"/>
    <dgm:cxn modelId="{67CD28CE-DEB4-4CD9-A096-BEF414ED287D}" type="presParOf" srcId="{4D458A38-253E-4783-AA68-CEF48435DE24}" destId="{69DD052F-41B8-42A8-AB76-7D0F07C3A805}" srcOrd="1" destOrd="0" presId="urn:microsoft.com/office/officeart/2005/8/layout/hierarchy1"/>
    <dgm:cxn modelId="{1B34742F-843C-431A-A7C2-1DD6D87A3FDB}" type="presParOf" srcId="{69DD052F-41B8-42A8-AB76-7D0F07C3A805}" destId="{729BC30A-2C1A-42C7-B53C-0E0687D5DB2E}" srcOrd="0" destOrd="0" presId="urn:microsoft.com/office/officeart/2005/8/layout/hierarchy1"/>
    <dgm:cxn modelId="{EA69D959-72CF-41C9-B996-488595FF5376}" type="presParOf" srcId="{729BC30A-2C1A-42C7-B53C-0E0687D5DB2E}" destId="{C6FF094D-56FB-4564-A41E-01F6FBED6FA2}" srcOrd="0" destOrd="0" presId="urn:microsoft.com/office/officeart/2005/8/layout/hierarchy1"/>
    <dgm:cxn modelId="{778D6FFF-DC7B-4787-9DFD-7AE847D3E665}" type="presParOf" srcId="{729BC30A-2C1A-42C7-B53C-0E0687D5DB2E}" destId="{1E38DB45-BAA8-4BD0-9124-E53FBF6B17A5}" srcOrd="1" destOrd="0" presId="urn:microsoft.com/office/officeart/2005/8/layout/hierarchy1"/>
    <dgm:cxn modelId="{F59DDA50-1C35-48B7-9683-12EAB664D967}" type="presParOf" srcId="{69DD052F-41B8-42A8-AB76-7D0F07C3A805}" destId="{01380A97-64F4-401F-878D-9C1B92223AE8}" srcOrd="1" destOrd="0" presId="urn:microsoft.com/office/officeart/2005/8/layout/hierarchy1"/>
    <dgm:cxn modelId="{451D9695-8D03-4D75-A8AD-F7977187C573}" type="presParOf" srcId="{4D458A38-253E-4783-AA68-CEF48435DE24}" destId="{F2F7B7D0-EF66-4AEA-BB7E-B611AB91A736}" srcOrd="2" destOrd="0" presId="urn:microsoft.com/office/officeart/2005/8/layout/hierarchy1"/>
    <dgm:cxn modelId="{32F65F28-1113-46E0-8BB7-D6B8BB530B91}" type="presParOf" srcId="{F2F7B7D0-EF66-4AEA-BB7E-B611AB91A736}" destId="{2B7BEE04-5E6E-4988-81CF-8C93BA820F9F}" srcOrd="0" destOrd="0" presId="urn:microsoft.com/office/officeart/2005/8/layout/hierarchy1"/>
    <dgm:cxn modelId="{7BE487D8-D243-479E-BA2C-4C92C4209143}" type="presParOf" srcId="{2B7BEE04-5E6E-4988-81CF-8C93BA820F9F}" destId="{83721921-0DA1-46C9-BC6D-421949A5615E}" srcOrd="0" destOrd="0" presId="urn:microsoft.com/office/officeart/2005/8/layout/hierarchy1"/>
    <dgm:cxn modelId="{960B3B86-A3E1-4788-AC0E-04029C153F57}" type="presParOf" srcId="{2B7BEE04-5E6E-4988-81CF-8C93BA820F9F}" destId="{C9BECD39-79A2-4018-84A4-EF5BA2989278}" srcOrd="1" destOrd="0" presId="urn:microsoft.com/office/officeart/2005/8/layout/hierarchy1"/>
    <dgm:cxn modelId="{D7DAB8A6-ED43-4556-B24A-B27B27E3B88A}" type="presParOf" srcId="{F2F7B7D0-EF66-4AEA-BB7E-B611AB91A736}" destId="{48057D9F-6B95-49C0-884A-350CEBA785B0}" srcOrd="1" destOrd="0" presId="urn:microsoft.com/office/officeart/2005/8/layout/hierarchy1"/>
    <dgm:cxn modelId="{95932F0F-9683-4D11-B779-43AB3765FC02}" type="presParOf" srcId="{4D458A38-253E-4783-AA68-CEF48435DE24}" destId="{63715E44-D3D6-4132-A43F-13A15D9F9C58}" srcOrd="3" destOrd="0" presId="urn:microsoft.com/office/officeart/2005/8/layout/hierarchy1"/>
    <dgm:cxn modelId="{E375DDA8-64A8-40E8-A7B1-E4726705C026}" type="presParOf" srcId="{63715E44-D3D6-4132-A43F-13A15D9F9C58}" destId="{E6C7BE61-EB6A-4769-99E3-5F93C1393C83}" srcOrd="0" destOrd="0" presId="urn:microsoft.com/office/officeart/2005/8/layout/hierarchy1"/>
    <dgm:cxn modelId="{79CD8964-2F9B-4326-9E67-31CD396D2CEE}" type="presParOf" srcId="{E6C7BE61-EB6A-4769-99E3-5F93C1393C83}" destId="{61948F28-DBC9-4779-A843-7A3B565FC474}" srcOrd="0" destOrd="0" presId="urn:microsoft.com/office/officeart/2005/8/layout/hierarchy1"/>
    <dgm:cxn modelId="{C7B24869-D193-43BA-8A7B-A6494F91FE21}" type="presParOf" srcId="{E6C7BE61-EB6A-4769-99E3-5F93C1393C83}" destId="{7A649449-DD1A-43F1-BAA0-4298EE00AEDD}" srcOrd="1" destOrd="0" presId="urn:microsoft.com/office/officeart/2005/8/layout/hierarchy1"/>
    <dgm:cxn modelId="{E6DBB6C4-791F-4C36-83A9-8EC312547613}" type="presParOf" srcId="{63715E44-D3D6-4132-A43F-13A15D9F9C58}" destId="{DF295638-1EC6-4C31-A32F-F650E9814E7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C59058-CBE7-4EEB-B3D8-58AAFB2D51C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8B8D9AE-7F06-4128-8015-1BF24B4CFB05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800">
              <a:latin typeface="Aptos"/>
              <a:ea typeface="+mn-ea"/>
              <a:cs typeface="+mn-cs"/>
            </a:rPr>
            <a:t>4 Client Meetings</a:t>
          </a:r>
        </a:p>
      </dgm:t>
    </dgm:pt>
    <dgm:pt modelId="{74A845EA-7977-4C68-A235-4E5B44494775}" type="parTrans" cxnId="{84E4024E-7108-4689-93C1-FE437CB6063A}">
      <dgm:prSet/>
      <dgm:spPr/>
      <dgm:t>
        <a:bodyPr/>
        <a:lstStyle/>
        <a:p>
          <a:endParaRPr lang="en-US"/>
        </a:p>
      </dgm:t>
    </dgm:pt>
    <dgm:pt modelId="{9496F3B9-744B-4675-9055-46CB4A7771E3}" type="sibTrans" cxnId="{84E4024E-7108-4689-93C1-FE437CB6063A}">
      <dgm:prSet/>
      <dgm:spPr/>
      <dgm:t>
        <a:bodyPr/>
        <a:lstStyle/>
        <a:p>
          <a:endParaRPr lang="en-US"/>
        </a:p>
      </dgm:t>
    </dgm:pt>
    <dgm:pt modelId="{4D458A38-253E-4783-AA68-CEF48435DE24}" type="pres">
      <dgm:prSet presAssocID="{47C59058-CBE7-4EEB-B3D8-58AAFB2D51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F7B7D0-EF66-4AEA-BB7E-B611AB91A736}" type="pres">
      <dgm:prSet presAssocID="{D8B8D9AE-7F06-4128-8015-1BF24B4CFB05}" presName="hierRoot1" presStyleCnt="0"/>
      <dgm:spPr/>
    </dgm:pt>
    <dgm:pt modelId="{2B7BEE04-5E6E-4988-81CF-8C93BA820F9F}" type="pres">
      <dgm:prSet presAssocID="{D8B8D9AE-7F06-4128-8015-1BF24B4CFB05}" presName="composite" presStyleCnt="0"/>
      <dgm:spPr/>
    </dgm:pt>
    <dgm:pt modelId="{83721921-0DA1-46C9-BC6D-421949A5615E}" type="pres">
      <dgm:prSet presAssocID="{D8B8D9AE-7F06-4128-8015-1BF24B4CFB05}" presName="background" presStyleLbl="node0" presStyleIdx="0" presStyleCnt="1"/>
      <dgm:spPr/>
    </dgm:pt>
    <dgm:pt modelId="{C9BECD39-79A2-4018-84A4-EF5BA2989278}" type="pres">
      <dgm:prSet presAssocID="{D8B8D9AE-7F06-4128-8015-1BF24B4CFB05}" presName="text" presStyleLbl="fgAcc0" presStyleIdx="0" presStyleCnt="1">
        <dgm:presLayoutVars>
          <dgm:chPref val="3"/>
        </dgm:presLayoutVars>
      </dgm:prSet>
      <dgm:spPr/>
    </dgm:pt>
    <dgm:pt modelId="{48057D9F-6B95-49C0-884A-350CEBA785B0}" type="pres">
      <dgm:prSet presAssocID="{D8B8D9AE-7F06-4128-8015-1BF24B4CFB05}" presName="hierChild2" presStyleCnt="0"/>
      <dgm:spPr/>
    </dgm:pt>
  </dgm:ptLst>
  <dgm:cxnLst>
    <dgm:cxn modelId="{02A39E3A-3F68-4751-9DDF-9532592155DF}" type="presOf" srcId="{D8B8D9AE-7F06-4128-8015-1BF24B4CFB05}" destId="{C9BECD39-79A2-4018-84A4-EF5BA2989278}" srcOrd="0" destOrd="0" presId="urn:microsoft.com/office/officeart/2005/8/layout/hierarchy1"/>
    <dgm:cxn modelId="{84E4024E-7108-4689-93C1-FE437CB6063A}" srcId="{47C59058-CBE7-4EEB-B3D8-58AAFB2D51CC}" destId="{D8B8D9AE-7F06-4128-8015-1BF24B4CFB05}" srcOrd="0" destOrd="0" parTransId="{74A845EA-7977-4C68-A235-4E5B44494775}" sibTransId="{9496F3B9-744B-4675-9055-46CB4A7771E3}"/>
    <dgm:cxn modelId="{F78CC7A7-CBD3-4258-805A-590B0BF1D147}" type="presOf" srcId="{47C59058-CBE7-4EEB-B3D8-58AAFB2D51CC}" destId="{4D458A38-253E-4783-AA68-CEF48435DE24}" srcOrd="0" destOrd="0" presId="urn:microsoft.com/office/officeart/2005/8/layout/hierarchy1"/>
    <dgm:cxn modelId="{CD4D29D5-25BF-4DF4-8083-122EB844554A}" type="presParOf" srcId="{4D458A38-253E-4783-AA68-CEF48435DE24}" destId="{F2F7B7D0-EF66-4AEA-BB7E-B611AB91A736}" srcOrd="0" destOrd="0" presId="urn:microsoft.com/office/officeart/2005/8/layout/hierarchy1"/>
    <dgm:cxn modelId="{457BA109-A6C0-4EEB-ACED-BEC2BA1CB630}" type="presParOf" srcId="{F2F7B7D0-EF66-4AEA-BB7E-B611AB91A736}" destId="{2B7BEE04-5E6E-4988-81CF-8C93BA820F9F}" srcOrd="0" destOrd="0" presId="urn:microsoft.com/office/officeart/2005/8/layout/hierarchy1"/>
    <dgm:cxn modelId="{104D3CE2-1082-489B-A12F-D49C047E59D3}" type="presParOf" srcId="{2B7BEE04-5E6E-4988-81CF-8C93BA820F9F}" destId="{83721921-0DA1-46C9-BC6D-421949A5615E}" srcOrd="0" destOrd="0" presId="urn:microsoft.com/office/officeart/2005/8/layout/hierarchy1"/>
    <dgm:cxn modelId="{53F690F5-2D57-4862-B4E3-AECC062B784B}" type="presParOf" srcId="{2B7BEE04-5E6E-4988-81CF-8C93BA820F9F}" destId="{C9BECD39-79A2-4018-84A4-EF5BA2989278}" srcOrd="1" destOrd="0" presId="urn:microsoft.com/office/officeart/2005/8/layout/hierarchy1"/>
    <dgm:cxn modelId="{FCD9B1FF-D7FE-488A-84E9-7B3AD06E43E4}" type="presParOf" srcId="{F2F7B7D0-EF66-4AEA-BB7E-B611AB91A736}" destId="{48057D9F-6B95-49C0-884A-350CEBA785B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C59058-CBE7-4EEB-B3D8-58AAFB2D51C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C054C90-0B81-415E-94FA-D051BEC5B89D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400">
              <a:latin typeface="Aptos"/>
              <a:ea typeface="+mn-ea"/>
              <a:cs typeface="+mn-cs"/>
            </a:rPr>
            <a:t>End-to-end Encrypted</a:t>
          </a:r>
        </a:p>
      </dgm:t>
    </dgm:pt>
    <dgm:pt modelId="{3C8BF4BE-D786-4E17-8646-165343A67492}" type="parTrans" cxnId="{993EBEC8-F541-4127-A46F-86765AB09DD8}">
      <dgm:prSet/>
      <dgm:spPr/>
      <dgm:t>
        <a:bodyPr/>
        <a:lstStyle/>
        <a:p>
          <a:endParaRPr lang="en-US"/>
        </a:p>
      </dgm:t>
    </dgm:pt>
    <dgm:pt modelId="{E8072D9D-EDFC-4AEE-BCCD-3FECF75190AB}" type="sibTrans" cxnId="{993EBEC8-F541-4127-A46F-86765AB09DD8}">
      <dgm:prSet/>
      <dgm:spPr/>
      <dgm:t>
        <a:bodyPr/>
        <a:lstStyle/>
        <a:p>
          <a:endParaRPr lang="en-US"/>
        </a:p>
      </dgm:t>
    </dgm:pt>
    <dgm:pt modelId="{91F9CDC6-ED32-4A02-A051-3BC772137A7D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400">
              <a:latin typeface="Aptos"/>
              <a:ea typeface="+mn-ea"/>
              <a:cs typeface="+mn-cs"/>
            </a:rPr>
            <a:t>Decentralized</a:t>
          </a:r>
        </a:p>
      </dgm:t>
    </dgm:pt>
    <dgm:pt modelId="{715A6AAB-8522-43DA-B7F4-DB1494F46F94}" type="parTrans" cxnId="{47A35788-392E-4DE4-A69D-2A53DAD8BF72}">
      <dgm:prSet/>
      <dgm:spPr/>
      <dgm:t>
        <a:bodyPr/>
        <a:lstStyle/>
        <a:p>
          <a:endParaRPr lang="en-US"/>
        </a:p>
      </dgm:t>
    </dgm:pt>
    <dgm:pt modelId="{9CB2713F-1479-4FEF-9C85-DEC41F81F735}" type="sibTrans" cxnId="{47A35788-392E-4DE4-A69D-2A53DAD8BF72}">
      <dgm:prSet/>
      <dgm:spPr/>
      <dgm:t>
        <a:bodyPr/>
        <a:lstStyle/>
        <a:p>
          <a:endParaRPr lang="en-US"/>
        </a:p>
      </dgm:t>
    </dgm:pt>
    <dgm:pt modelId="{D8B8D9AE-7F06-4128-8015-1BF24B4CFB05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400">
              <a:latin typeface="Aptos"/>
              <a:ea typeface="+mn-ea"/>
              <a:cs typeface="+mn-cs"/>
            </a:rPr>
            <a:t>Utilizing Post-Quantum Encryption</a:t>
          </a:r>
        </a:p>
      </dgm:t>
    </dgm:pt>
    <dgm:pt modelId="{74A845EA-7977-4C68-A235-4E5B44494775}" type="parTrans" cxnId="{84E4024E-7108-4689-93C1-FE437CB6063A}">
      <dgm:prSet/>
      <dgm:spPr/>
      <dgm:t>
        <a:bodyPr/>
        <a:lstStyle/>
        <a:p>
          <a:endParaRPr lang="en-US"/>
        </a:p>
      </dgm:t>
    </dgm:pt>
    <dgm:pt modelId="{9496F3B9-744B-4675-9055-46CB4A7771E3}" type="sibTrans" cxnId="{84E4024E-7108-4689-93C1-FE437CB6063A}">
      <dgm:prSet/>
      <dgm:spPr/>
      <dgm:t>
        <a:bodyPr/>
        <a:lstStyle/>
        <a:p>
          <a:endParaRPr lang="en-US"/>
        </a:p>
      </dgm:t>
    </dgm:pt>
    <dgm:pt modelId="{F83C15A6-4F20-494E-9270-0F4FA30E4A88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400">
              <a:latin typeface="Aptos"/>
              <a:ea typeface="+mn-ea"/>
              <a:cs typeface="+mn-cs"/>
            </a:rPr>
            <a:t>Chat Application</a:t>
          </a:r>
        </a:p>
      </dgm:t>
    </dgm:pt>
    <dgm:pt modelId="{6D185E46-32C1-404F-B40F-2C95E4582996}" type="parTrans" cxnId="{6853B94E-5F57-4B67-BA34-E5169C271C55}">
      <dgm:prSet/>
      <dgm:spPr/>
    </dgm:pt>
    <dgm:pt modelId="{9BD8E409-4F6E-4004-9885-A6D9A8A96AF2}" type="sibTrans" cxnId="{6853B94E-5F57-4B67-BA34-E5169C271C55}">
      <dgm:prSet/>
      <dgm:spPr/>
    </dgm:pt>
    <dgm:pt modelId="{4D458A38-253E-4783-AA68-CEF48435DE24}" type="pres">
      <dgm:prSet presAssocID="{47C59058-CBE7-4EEB-B3D8-58AAFB2D51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9DD052F-41B8-42A8-AB76-7D0F07C3A805}" type="pres">
      <dgm:prSet presAssocID="{BC054C90-0B81-415E-94FA-D051BEC5B89D}" presName="hierRoot1" presStyleCnt="0"/>
      <dgm:spPr/>
    </dgm:pt>
    <dgm:pt modelId="{729BC30A-2C1A-42C7-B53C-0E0687D5DB2E}" type="pres">
      <dgm:prSet presAssocID="{BC054C90-0B81-415E-94FA-D051BEC5B89D}" presName="composite" presStyleCnt="0"/>
      <dgm:spPr/>
    </dgm:pt>
    <dgm:pt modelId="{C6FF094D-56FB-4564-A41E-01F6FBED6FA2}" type="pres">
      <dgm:prSet presAssocID="{BC054C90-0B81-415E-94FA-D051BEC5B89D}" presName="background" presStyleLbl="node0" presStyleIdx="0" presStyleCnt="4"/>
      <dgm:spPr/>
    </dgm:pt>
    <dgm:pt modelId="{1E38DB45-BAA8-4BD0-9124-E53FBF6B17A5}" type="pres">
      <dgm:prSet presAssocID="{BC054C90-0B81-415E-94FA-D051BEC5B89D}" presName="text" presStyleLbl="fgAcc0" presStyleIdx="0" presStyleCnt="4">
        <dgm:presLayoutVars>
          <dgm:chPref val="3"/>
        </dgm:presLayoutVars>
      </dgm:prSet>
      <dgm:spPr/>
    </dgm:pt>
    <dgm:pt modelId="{01380A97-64F4-401F-878D-9C1B92223AE8}" type="pres">
      <dgm:prSet presAssocID="{BC054C90-0B81-415E-94FA-D051BEC5B89D}" presName="hierChild2" presStyleCnt="0"/>
      <dgm:spPr/>
    </dgm:pt>
    <dgm:pt modelId="{6EB0C7A1-02F1-4046-80D4-C13A6BB8584D}" type="pres">
      <dgm:prSet presAssocID="{91F9CDC6-ED32-4A02-A051-3BC772137A7D}" presName="hierRoot1" presStyleCnt="0"/>
      <dgm:spPr/>
    </dgm:pt>
    <dgm:pt modelId="{AF8EFDAB-DD77-4BF4-A7C4-E11745B84CF3}" type="pres">
      <dgm:prSet presAssocID="{91F9CDC6-ED32-4A02-A051-3BC772137A7D}" presName="composite" presStyleCnt="0"/>
      <dgm:spPr/>
    </dgm:pt>
    <dgm:pt modelId="{01FF04EE-323C-4C2E-9BCD-3F10E8C1488D}" type="pres">
      <dgm:prSet presAssocID="{91F9CDC6-ED32-4A02-A051-3BC772137A7D}" presName="background" presStyleLbl="node0" presStyleIdx="1" presStyleCnt="4"/>
      <dgm:spPr/>
    </dgm:pt>
    <dgm:pt modelId="{3DB65D31-EA13-4E38-82FC-2FF8B812044C}" type="pres">
      <dgm:prSet presAssocID="{91F9CDC6-ED32-4A02-A051-3BC772137A7D}" presName="text" presStyleLbl="fgAcc0" presStyleIdx="1" presStyleCnt="4">
        <dgm:presLayoutVars>
          <dgm:chPref val="3"/>
        </dgm:presLayoutVars>
      </dgm:prSet>
      <dgm:spPr/>
    </dgm:pt>
    <dgm:pt modelId="{C8EA6DEA-7DD4-4876-8E08-EF0AA9C2886A}" type="pres">
      <dgm:prSet presAssocID="{91F9CDC6-ED32-4A02-A051-3BC772137A7D}" presName="hierChild2" presStyleCnt="0"/>
      <dgm:spPr/>
    </dgm:pt>
    <dgm:pt modelId="{F2F7B7D0-EF66-4AEA-BB7E-B611AB91A736}" type="pres">
      <dgm:prSet presAssocID="{D8B8D9AE-7F06-4128-8015-1BF24B4CFB05}" presName="hierRoot1" presStyleCnt="0"/>
      <dgm:spPr/>
    </dgm:pt>
    <dgm:pt modelId="{2B7BEE04-5E6E-4988-81CF-8C93BA820F9F}" type="pres">
      <dgm:prSet presAssocID="{D8B8D9AE-7F06-4128-8015-1BF24B4CFB05}" presName="composite" presStyleCnt="0"/>
      <dgm:spPr/>
    </dgm:pt>
    <dgm:pt modelId="{83721921-0DA1-46C9-BC6D-421949A5615E}" type="pres">
      <dgm:prSet presAssocID="{D8B8D9AE-7F06-4128-8015-1BF24B4CFB05}" presName="background" presStyleLbl="node0" presStyleIdx="2" presStyleCnt="4"/>
      <dgm:spPr/>
    </dgm:pt>
    <dgm:pt modelId="{C9BECD39-79A2-4018-84A4-EF5BA2989278}" type="pres">
      <dgm:prSet presAssocID="{D8B8D9AE-7F06-4128-8015-1BF24B4CFB05}" presName="text" presStyleLbl="fgAcc0" presStyleIdx="2" presStyleCnt="4">
        <dgm:presLayoutVars>
          <dgm:chPref val="3"/>
        </dgm:presLayoutVars>
      </dgm:prSet>
      <dgm:spPr/>
    </dgm:pt>
    <dgm:pt modelId="{48057D9F-6B95-49C0-884A-350CEBA785B0}" type="pres">
      <dgm:prSet presAssocID="{D8B8D9AE-7F06-4128-8015-1BF24B4CFB05}" presName="hierChild2" presStyleCnt="0"/>
      <dgm:spPr/>
    </dgm:pt>
    <dgm:pt modelId="{63715E44-D3D6-4132-A43F-13A15D9F9C58}" type="pres">
      <dgm:prSet presAssocID="{F83C15A6-4F20-494E-9270-0F4FA30E4A88}" presName="hierRoot1" presStyleCnt="0"/>
      <dgm:spPr/>
    </dgm:pt>
    <dgm:pt modelId="{E6C7BE61-EB6A-4769-99E3-5F93C1393C83}" type="pres">
      <dgm:prSet presAssocID="{F83C15A6-4F20-494E-9270-0F4FA30E4A88}" presName="composite" presStyleCnt="0"/>
      <dgm:spPr/>
    </dgm:pt>
    <dgm:pt modelId="{61948F28-DBC9-4779-A843-7A3B565FC474}" type="pres">
      <dgm:prSet presAssocID="{F83C15A6-4F20-494E-9270-0F4FA30E4A88}" presName="background" presStyleLbl="node0" presStyleIdx="3" presStyleCnt="4"/>
      <dgm:spPr/>
    </dgm:pt>
    <dgm:pt modelId="{7A649449-DD1A-43F1-BAA0-4298EE00AEDD}" type="pres">
      <dgm:prSet presAssocID="{F83C15A6-4F20-494E-9270-0F4FA30E4A88}" presName="text" presStyleLbl="fgAcc0" presStyleIdx="3" presStyleCnt="4">
        <dgm:presLayoutVars>
          <dgm:chPref val="3"/>
        </dgm:presLayoutVars>
      </dgm:prSet>
      <dgm:spPr/>
    </dgm:pt>
    <dgm:pt modelId="{DF295638-1EC6-4C31-A32F-F650E9814E75}" type="pres">
      <dgm:prSet presAssocID="{F83C15A6-4F20-494E-9270-0F4FA30E4A88}" presName="hierChild2" presStyleCnt="0"/>
      <dgm:spPr/>
    </dgm:pt>
  </dgm:ptLst>
  <dgm:cxnLst>
    <dgm:cxn modelId="{74E95D22-B43D-4534-828F-DF444D8B2690}" type="presOf" srcId="{BC054C90-0B81-415E-94FA-D051BEC5B89D}" destId="{1E38DB45-BAA8-4BD0-9124-E53FBF6B17A5}" srcOrd="0" destOrd="0" presId="urn:microsoft.com/office/officeart/2005/8/layout/hierarchy1"/>
    <dgm:cxn modelId="{CA000739-4601-4495-B2DA-802AC01D35F2}" type="presOf" srcId="{F83C15A6-4F20-494E-9270-0F4FA30E4A88}" destId="{7A649449-DD1A-43F1-BAA0-4298EE00AEDD}" srcOrd="0" destOrd="0" presId="urn:microsoft.com/office/officeart/2005/8/layout/hierarchy1"/>
    <dgm:cxn modelId="{73955B5D-3AA1-47E1-9690-5705D547541F}" type="presOf" srcId="{91F9CDC6-ED32-4A02-A051-3BC772137A7D}" destId="{3DB65D31-EA13-4E38-82FC-2FF8B812044C}" srcOrd="0" destOrd="0" presId="urn:microsoft.com/office/officeart/2005/8/layout/hierarchy1"/>
    <dgm:cxn modelId="{84E4024E-7108-4689-93C1-FE437CB6063A}" srcId="{47C59058-CBE7-4EEB-B3D8-58AAFB2D51CC}" destId="{D8B8D9AE-7F06-4128-8015-1BF24B4CFB05}" srcOrd="2" destOrd="0" parTransId="{74A845EA-7977-4C68-A235-4E5B44494775}" sibTransId="{9496F3B9-744B-4675-9055-46CB4A7771E3}"/>
    <dgm:cxn modelId="{6853B94E-5F57-4B67-BA34-E5169C271C55}" srcId="{47C59058-CBE7-4EEB-B3D8-58AAFB2D51CC}" destId="{F83C15A6-4F20-494E-9270-0F4FA30E4A88}" srcOrd="3" destOrd="0" parTransId="{6D185E46-32C1-404F-B40F-2C95E4582996}" sibTransId="{9BD8E409-4F6E-4004-9885-A6D9A8A96AF2}"/>
    <dgm:cxn modelId="{47A35788-392E-4DE4-A69D-2A53DAD8BF72}" srcId="{47C59058-CBE7-4EEB-B3D8-58AAFB2D51CC}" destId="{91F9CDC6-ED32-4A02-A051-3BC772137A7D}" srcOrd="1" destOrd="0" parTransId="{715A6AAB-8522-43DA-B7F4-DB1494F46F94}" sibTransId="{9CB2713F-1479-4FEF-9C85-DEC41F81F735}"/>
    <dgm:cxn modelId="{40F436A4-B934-46AF-B752-03E1AF813691}" type="presOf" srcId="{D8B8D9AE-7F06-4128-8015-1BF24B4CFB05}" destId="{C9BECD39-79A2-4018-84A4-EF5BA2989278}" srcOrd="0" destOrd="0" presId="urn:microsoft.com/office/officeart/2005/8/layout/hierarchy1"/>
    <dgm:cxn modelId="{F78CC7A7-CBD3-4258-805A-590B0BF1D147}" type="presOf" srcId="{47C59058-CBE7-4EEB-B3D8-58AAFB2D51CC}" destId="{4D458A38-253E-4783-AA68-CEF48435DE24}" srcOrd="0" destOrd="0" presId="urn:microsoft.com/office/officeart/2005/8/layout/hierarchy1"/>
    <dgm:cxn modelId="{993EBEC8-F541-4127-A46F-86765AB09DD8}" srcId="{47C59058-CBE7-4EEB-B3D8-58AAFB2D51CC}" destId="{BC054C90-0B81-415E-94FA-D051BEC5B89D}" srcOrd="0" destOrd="0" parTransId="{3C8BF4BE-D786-4E17-8646-165343A67492}" sibTransId="{E8072D9D-EDFC-4AEE-BCCD-3FECF75190AB}"/>
    <dgm:cxn modelId="{B8A6F789-5CE6-4DE2-83D8-F150DAF916BD}" type="presParOf" srcId="{4D458A38-253E-4783-AA68-CEF48435DE24}" destId="{69DD052F-41B8-42A8-AB76-7D0F07C3A805}" srcOrd="0" destOrd="0" presId="urn:microsoft.com/office/officeart/2005/8/layout/hierarchy1"/>
    <dgm:cxn modelId="{39238B43-7C05-429E-ADD5-AAF5B7594FBF}" type="presParOf" srcId="{69DD052F-41B8-42A8-AB76-7D0F07C3A805}" destId="{729BC30A-2C1A-42C7-B53C-0E0687D5DB2E}" srcOrd="0" destOrd="0" presId="urn:microsoft.com/office/officeart/2005/8/layout/hierarchy1"/>
    <dgm:cxn modelId="{BC8F9BDE-C9F5-430A-9A0D-174CB0516A32}" type="presParOf" srcId="{729BC30A-2C1A-42C7-B53C-0E0687D5DB2E}" destId="{C6FF094D-56FB-4564-A41E-01F6FBED6FA2}" srcOrd="0" destOrd="0" presId="urn:microsoft.com/office/officeart/2005/8/layout/hierarchy1"/>
    <dgm:cxn modelId="{2780AF8A-E3A2-410F-9288-0615047D2B48}" type="presParOf" srcId="{729BC30A-2C1A-42C7-B53C-0E0687D5DB2E}" destId="{1E38DB45-BAA8-4BD0-9124-E53FBF6B17A5}" srcOrd="1" destOrd="0" presId="urn:microsoft.com/office/officeart/2005/8/layout/hierarchy1"/>
    <dgm:cxn modelId="{56D89765-03C3-4573-949C-00AA4DE1CF20}" type="presParOf" srcId="{69DD052F-41B8-42A8-AB76-7D0F07C3A805}" destId="{01380A97-64F4-401F-878D-9C1B92223AE8}" srcOrd="1" destOrd="0" presId="urn:microsoft.com/office/officeart/2005/8/layout/hierarchy1"/>
    <dgm:cxn modelId="{CB6CDCEF-BFDA-4878-9BD0-DBC94C155CCB}" type="presParOf" srcId="{4D458A38-253E-4783-AA68-CEF48435DE24}" destId="{6EB0C7A1-02F1-4046-80D4-C13A6BB8584D}" srcOrd="1" destOrd="0" presId="urn:microsoft.com/office/officeart/2005/8/layout/hierarchy1"/>
    <dgm:cxn modelId="{2DB9EDAE-2F0D-4A64-B040-908EFFC89E1E}" type="presParOf" srcId="{6EB0C7A1-02F1-4046-80D4-C13A6BB8584D}" destId="{AF8EFDAB-DD77-4BF4-A7C4-E11745B84CF3}" srcOrd="0" destOrd="0" presId="urn:microsoft.com/office/officeart/2005/8/layout/hierarchy1"/>
    <dgm:cxn modelId="{47DA8686-199C-4482-B182-882187C0C00C}" type="presParOf" srcId="{AF8EFDAB-DD77-4BF4-A7C4-E11745B84CF3}" destId="{01FF04EE-323C-4C2E-9BCD-3F10E8C1488D}" srcOrd="0" destOrd="0" presId="urn:microsoft.com/office/officeart/2005/8/layout/hierarchy1"/>
    <dgm:cxn modelId="{60B8A9AD-EDC2-4D65-9656-4027B6CFAA0A}" type="presParOf" srcId="{AF8EFDAB-DD77-4BF4-A7C4-E11745B84CF3}" destId="{3DB65D31-EA13-4E38-82FC-2FF8B812044C}" srcOrd="1" destOrd="0" presId="urn:microsoft.com/office/officeart/2005/8/layout/hierarchy1"/>
    <dgm:cxn modelId="{75745CF2-3A5A-44F7-AC78-D3E4ADE146BD}" type="presParOf" srcId="{6EB0C7A1-02F1-4046-80D4-C13A6BB8584D}" destId="{C8EA6DEA-7DD4-4876-8E08-EF0AA9C2886A}" srcOrd="1" destOrd="0" presId="urn:microsoft.com/office/officeart/2005/8/layout/hierarchy1"/>
    <dgm:cxn modelId="{F95EF7A7-BCE7-487D-87D5-50AF640F8E68}" type="presParOf" srcId="{4D458A38-253E-4783-AA68-CEF48435DE24}" destId="{F2F7B7D0-EF66-4AEA-BB7E-B611AB91A736}" srcOrd="2" destOrd="0" presId="urn:microsoft.com/office/officeart/2005/8/layout/hierarchy1"/>
    <dgm:cxn modelId="{9201C29F-C52B-4EB7-895F-1CD4C4D1EF7E}" type="presParOf" srcId="{F2F7B7D0-EF66-4AEA-BB7E-B611AB91A736}" destId="{2B7BEE04-5E6E-4988-81CF-8C93BA820F9F}" srcOrd="0" destOrd="0" presId="urn:microsoft.com/office/officeart/2005/8/layout/hierarchy1"/>
    <dgm:cxn modelId="{76BF8AC5-F37F-4BF1-9ECE-BE7A5A3AE78E}" type="presParOf" srcId="{2B7BEE04-5E6E-4988-81CF-8C93BA820F9F}" destId="{83721921-0DA1-46C9-BC6D-421949A5615E}" srcOrd="0" destOrd="0" presId="urn:microsoft.com/office/officeart/2005/8/layout/hierarchy1"/>
    <dgm:cxn modelId="{E1036B03-B097-48A9-A581-BDD51AB32AE1}" type="presParOf" srcId="{2B7BEE04-5E6E-4988-81CF-8C93BA820F9F}" destId="{C9BECD39-79A2-4018-84A4-EF5BA2989278}" srcOrd="1" destOrd="0" presId="urn:microsoft.com/office/officeart/2005/8/layout/hierarchy1"/>
    <dgm:cxn modelId="{1A70A8A8-3409-4265-918F-6DA3C60821A2}" type="presParOf" srcId="{F2F7B7D0-EF66-4AEA-BB7E-B611AB91A736}" destId="{48057D9F-6B95-49C0-884A-350CEBA785B0}" srcOrd="1" destOrd="0" presId="urn:microsoft.com/office/officeart/2005/8/layout/hierarchy1"/>
    <dgm:cxn modelId="{7E089AB2-0853-46CC-B2E7-B118FC3FC103}" type="presParOf" srcId="{4D458A38-253E-4783-AA68-CEF48435DE24}" destId="{63715E44-D3D6-4132-A43F-13A15D9F9C58}" srcOrd="3" destOrd="0" presId="urn:microsoft.com/office/officeart/2005/8/layout/hierarchy1"/>
    <dgm:cxn modelId="{6388EBF9-56B2-4FB4-B3A5-18E7DF36910C}" type="presParOf" srcId="{63715E44-D3D6-4132-A43F-13A15D9F9C58}" destId="{E6C7BE61-EB6A-4769-99E3-5F93C1393C83}" srcOrd="0" destOrd="0" presId="urn:microsoft.com/office/officeart/2005/8/layout/hierarchy1"/>
    <dgm:cxn modelId="{D55D3F74-60EF-4EDA-8815-E5DADFBDF298}" type="presParOf" srcId="{E6C7BE61-EB6A-4769-99E3-5F93C1393C83}" destId="{61948F28-DBC9-4779-A843-7A3B565FC474}" srcOrd="0" destOrd="0" presId="urn:microsoft.com/office/officeart/2005/8/layout/hierarchy1"/>
    <dgm:cxn modelId="{2EAFB572-8C42-4CF2-8D16-A60D122AFD52}" type="presParOf" srcId="{E6C7BE61-EB6A-4769-99E3-5F93C1393C83}" destId="{7A649449-DD1A-43F1-BAA0-4298EE00AEDD}" srcOrd="1" destOrd="0" presId="urn:microsoft.com/office/officeart/2005/8/layout/hierarchy1"/>
    <dgm:cxn modelId="{24927151-7AFF-4C91-B567-FBAC01265630}" type="presParOf" srcId="{63715E44-D3D6-4132-A43F-13A15D9F9C58}" destId="{DF295638-1EC6-4C31-A32F-F650E9814E7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4C20EF5-241D-4354-8530-CC2ADBA3542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CF41D2A-7762-4B5C-A665-D6AB534F2607}">
      <dgm:prSet/>
      <dgm:spPr/>
      <dgm:t>
        <a:bodyPr/>
        <a:lstStyle/>
        <a:p>
          <a:r>
            <a:rPr lang="en-US"/>
            <a:t>Access Chat Application</a:t>
          </a:r>
        </a:p>
      </dgm:t>
    </dgm:pt>
    <dgm:pt modelId="{4040166C-3C61-4DA3-A638-9AB9C3ED81D4}" type="parTrans" cxnId="{BC16F657-1BF3-479C-9741-08CF729AE6B9}">
      <dgm:prSet/>
      <dgm:spPr/>
      <dgm:t>
        <a:bodyPr/>
        <a:lstStyle/>
        <a:p>
          <a:endParaRPr lang="en-US"/>
        </a:p>
      </dgm:t>
    </dgm:pt>
    <dgm:pt modelId="{BEAB38B8-623D-4C33-AE0C-D6CFDAC2DC83}" type="sibTrans" cxnId="{BC16F657-1BF3-479C-9741-08CF729AE6B9}">
      <dgm:prSet/>
      <dgm:spPr/>
      <dgm:t>
        <a:bodyPr/>
        <a:lstStyle/>
        <a:p>
          <a:endParaRPr lang="en-US"/>
        </a:p>
      </dgm:t>
    </dgm:pt>
    <dgm:pt modelId="{7F30D938-FC0E-40F9-A8EC-E736E1F70339}">
      <dgm:prSet/>
      <dgm:spPr/>
      <dgm:t>
        <a:bodyPr/>
        <a:lstStyle/>
        <a:p>
          <a:r>
            <a:rPr lang="en-US"/>
            <a:t>Connect to Client-Server</a:t>
          </a:r>
        </a:p>
      </dgm:t>
    </dgm:pt>
    <dgm:pt modelId="{AC73831A-DC7A-401A-9DA6-7D4325D6ECDE}" type="parTrans" cxnId="{A4C17598-9756-4CD0-B187-B50812EA9C8C}">
      <dgm:prSet/>
      <dgm:spPr/>
      <dgm:t>
        <a:bodyPr/>
        <a:lstStyle/>
        <a:p>
          <a:endParaRPr lang="en-US"/>
        </a:p>
      </dgm:t>
    </dgm:pt>
    <dgm:pt modelId="{F9FED657-4B02-434C-B588-13A1BAAAD958}" type="sibTrans" cxnId="{A4C17598-9756-4CD0-B187-B50812EA9C8C}">
      <dgm:prSet/>
      <dgm:spPr/>
      <dgm:t>
        <a:bodyPr/>
        <a:lstStyle/>
        <a:p>
          <a:endParaRPr lang="en-US"/>
        </a:p>
      </dgm:t>
    </dgm:pt>
    <dgm:pt modelId="{C812336E-5D51-4C0E-9E78-E011D74A6F1C}">
      <dgm:prSet/>
      <dgm:spPr/>
      <dgm:t>
        <a:bodyPr/>
        <a:lstStyle/>
        <a:p>
          <a:r>
            <a:rPr lang="en-US"/>
            <a:t>Send Messages</a:t>
          </a:r>
        </a:p>
      </dgm:t>
    </dgm:pt>
    <dgm:pt modelId="{7A0161E8-582F-4099-9482-9ABFE5C43E81}" type="parTrans" cxnId="{814311B5-5F73-4C07-914D-A6A01CB8C605}">
      <dgm:prSet/>
      <dgm:spPr/>
      <dgm:t>
        <a:bodyPr/>
        <a:lstStyle/>
        <a:p>
          <a:endParaRPr lang="en-US"/>
        </a:p>
      </dgm:t>
    </dgm:pt>
    <dgm:pt modelId="{EC77B42B-CB4A-49E5-84FD-DE149641A5E6}" type="sibTrans" cxnId="{814311B5-5F73-4C07-914D-A6A01CB8C605}">
      <dgm:prSet/>
      <dgm:spPr/>
      <dgm:t>
        <a:bodyPr/>
        <a:lstStyle/>
        <a:p>
          <a:endParaRPr lang="en-US"/>
        </a:p>
      </dgm:t>
    </dgm:pt>
    <dgm:pt modelId="{55A104ED-B5A9-4D2F-860A-D057182BBC17}" type="pres">
      <dgm:prSet presAssocID="{24C20EF5-241D-4354-8530-CC2ADBA3542F}" presName="root" presStyleCnt="0">
        <dgm:presLayoutVars>
          <dgm:dir/>
          <dgm:resizeHandles val="exact"/>
        </dgm:presLayoutVars>
      </dgm:prSet>
      <dgm:spPr/>
    </dgm:pt>
    <dgm:pt modelId="{5F5FCF01-9A34-4991-AC19-B5C78A9E68DA}" type="pres">
      <dgm:prSet presAssocID="{24C20EF5-241D-4354-8530-CC2ADBA3542F}" presName="container" presStyleCnt="0">
        <dgm:presLayoutVars>
          <dgm:dir/>
          <dgm:resizeHandles val="exact"/>
        </dgm:presLayoutVars>
      </dgm:prSet>
      <dgm:spPr/>
    </dgm:pt>
    <dgm:pt modelId="{9B8C95AD-17C5-45E1-BB6C-CF9931451738}" type="pres">
      <dgm:prSet presAssocID="{1CF41D2A-7762-4B5C-A665-D6AB534F2607}" presName="compNode" presStyleCnt="0"/>
      <dgm:spPr/>
    </dgm:pt>
    <dgm:pt modelId="{CBF90F19-97B6-4EF8-8FC2-735737579FAD}" type="pres">
      <dgm:prSet presAssocID="{1CF41D2A-7762-4B5C-A665-D6AB534F2607}" presName="iconBgRect" presStyleLbl="bgShp" presStyleIdx="0" presStyleCnt="3"/>
      <dgm:spPr/>
    </dgm:pt>
    <dgm:pt modelId="{015D5536-BFAE-4827-8F8C-EE3DC7CC24CF}" type="pres">
      <dgm:prSet presAssocID="{1CF41D2A-7762-4B5C-A665-D6AB534F260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E5A4F2F-B212-44F7-8DF5-DD187B22917B}" type="pres">
      <dgm:prSet presAssocID="{1CF41D2A-7762-4B5C-A665-D6AB534F2607}" presName="spaceRect" presStyleCnt="0"/>
      <dgm:spPr/>
    </dgm:pt>
    <dgm:pt modelId="{AC81D981-ED83-4EF9-AC25-80CB2AC2AE81}" type="pres">
      <dgm:prSet presAssocID="{1CF41D2A-7762-4B5C-A665-D6AB534F2607}" presName="textRect" presStyleLbl="revTx" presStyleIdx="0" presStyleCnt="3">
        <dgm:presLayoutVars>
          <dgm:chMax val="1"/>
          <dgm:chPref val="1"/>
        </dgm:presLayoutVars>
      </dgm:prSet>
      <dgm:spPr/>
    </dgm:pt>
    <dgm:pt modelId="{5A58A0DF-429A-48D2-80CB-B1BDC75BB2A6}" type="pres">
      <dgm:prSet presAssocID="{BEAB38B8-623D-4C33-AE0C-D6CFDAC2DC83}" presName="sibTrans" presStyleLbl="sibTrans2D1" presStyleIdx="0" presStyleCnt="0"/>
      <dgm:spPr/>
    </dgm:pt>
    <dgm:pt modelId="{3E21EF39-B6E4-407B-9424-C1268E5BA9D9}" type="pres">
      <dgm:prSet presAssocID="{7F30D938-FC0E-40F9-A8EC-E736E1F70339}" presName="compNode" presStyleCnt="0"/>
      <dgm:spPr/>
    </dgm:pt>
    <dgm:pt modelId="{87F11492-FABD-49A8-8FF0-143CAB7455F0}" type="pres">
      <dgm:prSet presAssocID="{7F30D938-FC0E-40F9-A8EC-E736E1F70339}" presName="iconBgRect" presStyleLbl="bgShp" presStyleIdx="1" presStyleCnt="3"/>
      <dgm:spPr/>
    </dgm:pt>
    <dgm:pt modelId="{F8089F47-E590-4333-B16D-B59E7FEB79FA}" type="pres">
      <dgm:prSet presAssocID="{7F30D938-FC0E-40F9-A8EC-E736E1F7033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AF1F72F-4E58-4930-9687-7A0F99C92314}" type="pres">
      <dgm:prSet presAssocID="{7F30D938-FC0E-40F9-A8EC-E736E1F70339}" presName="spaceRect" presStyleCnt="0"/>
      <dgm:spPr/>
    </dgm:pt>
    <dgm:pt modelId="{000B78E8-8815-4590-844F-EFDA89CC2684}" type="pres">
      <dgm:prSet presAssocID="{7F30D938-FC0E-40F9-A8EC-E736E1F70339}" presName="textRect" presStyleLbl="revTx" presStyleIdx="1" presStyleCnt="3">
        <dgm:presLayoutVars>
          <dgm:chMax val="1"/>
          <dgm:chPref val="1"/>
        </dgm:presLayoutVars>
      </dgm:prSet>
      <dgm:spPr/>
    </dgm:pt>
    <dgm:pt modelId="{86293E17-AD16-49AC-80A3-1CDD547CD536}" type="pres">
      <dgm:prSet presAssocID="{F9FED657-4B02-434C-B588-13A1BAAAD958}" presName="sibTrans" presStyleLbl="sibTrans2D1" presStyleIdx="0" presStyleCnt="0"/>
      <dgm:spPr/>
    </dgm:pt>
    <dgm:pt modelId="{0A2B4667-DACF-4FB1-98F6-615AF4C15109}" type="pres">
      <dgm:prSet presAssocID="{C812336E-5D51-4C0E-9E78-E011D74A6F1C}" presName="compNode" presStyleCnt="0"/>
      <dgm:spPr/>
    </dgm:pt>
    <dgm:pt modelId="{E698DDD0-7C76-4118-927A-7AA948BB84CA}" type="pres">
      <dgm:prSet presAssocID="{C812336E-5D51-4C0E-9E78-E011D74A6F1C}" presName="iconBgRect" presStyleLbl="bgShp" presStyleIdx="2" presStyleCnt="3"/>
      <dgm:spPr/>
    </dgm:pt>
    <dgm:pt modelId="{5D6DDD20-4F5B-4105-A559-A52C45552A7E}" type="pres">
      <dgm:prSet presAssocID="{C812336E-5D51-4C0E-9E78-E011D74A6F1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9C19BE37-D0EB-4271-9E1F-6315D1463DBE}" type="pres">
      <dgm:prSet presAssocID="{C812336E-5D51-4C0E-9E78-E011D74A6F1C}" presName="spaceRect" presStyleCnt="0"/>
      <dgm:spPr/>
    </dgm:pt>
    <dgm:pt modelId="{AB92373A-52D9-4A91-BB4B-8C49038E8AD9}" type="pres">
      <dgm:prSet presAssocID="{C812336E-5D51-4C0E-9E78-E011D74A6F1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A8F1601-D9B4-45B1-B523-FFC12835D016}" type="presOf" srcId="{24C20EF5-241D-4354-8530-CC2ADBA3542F}" destId="{55A104ED-B5A9-4D2F-860A-D057182BBC17}" srcOrd="0" destOrd="0" presId="urn:microsoft.com/office/officeart/2018/2/layout/IconCircleList"/>
    <dgm:cxn modelId="{A93E1C73-A33F-4BE7-BEB3-CB29D5C2720D}" type="presOf" srcId="{1CF41D2A-7762-4B5C-A665-D6AB534F2607}" destId="{AC81D981-ED83-4EF9-AC25-80CB2AC2AE81}" srcOrd="0" destOrd="0" presId="urn:microsoft.com/office/officeart/2018/2/layout/IconCircleList"/>
    <dgm:cxn modelId="{BC16F657-1BF3-479C-9741-08CF729AE6B9}" srcId="{24C20EF5-241D-4354-8530-CC2ADBA3542F}" destId="{1CF41D2A-7762-4B5C-A665-D6AB534F2607}" srcOrd="0" destOrd="0" parTransId="{4040166C-3C61-4DA3-A638-9AB9C3ED81D4}" sibTransId="{BEAB38B8-623D-4C33-AE0C-D6CFDAC2DC83}"/>
    <dgm:cxn modelId="{A4C17598-9756-4CD0-B187-B50812EA9C8C}" srcId="{24C20EF5-241D-4354-8530-CC2ADBA3542F}" destId="{7F30D938-FC0E-40F9-A8EC-E736E1F70339}" srcOrd="1" destOrd="0" parTransId="{AC73831A-DC7A-401A-9DA6-7D4325D6ECDE}" sibTransId="{F9FED657-4B02-434C-B588-13A1BAAAD958}"/>
    <dgm:cxn modelId="{4939269A-D216-4243-8203-2CDA11F7354A}" type="presOf" srcId="{C812336E-5D51-4C0E-9E78-E011D74A6F1C}" destId="{AB92373A-52D9-4A91-BB4B-8C49038E8AD9}" srcOrd="0" destOrd="0" presId="urn:microsoft.com/office/officeart/2018/2/layout/IconCircleList"/>
    <dgm:cxn modelId="{814311B5-5F73-4C07-914D-A6A01CB8C605}" srcId="{24C20EF5-241D-4354-8530-CC2ADBA3542F}" destId="{C812336E-5D51-4C0E-9E78-E011D74A6F1C}" srcOrd="2" destOrd="0" parTransId="{7A0161E8-582F-4099-9482-9ABFE5C43E81}" sibTransId="{EC77B42B-CB4A-49E5-84FD-DE149641A5E6}"/>
    <dgm:cxn modelId="{56655FEF-8815-45D2-B1AD-31544AE2C943}" type="presOf" srcId="{F9FED657-4B02-434C-B588-13A1BAAAD958}" destId="{86293E17-AD16-49AC-80A3-1CDD547CD536}" srcOrd="0" destOrd="0" presId="urn:microsoft.com/office/officeart/2018/2/layout/IconCircleList"/>
    <dgm:cxn modelId="{8FD371FD-6269-40EE-9951-8F2CB2D259E6}" type="presOf" srcId="{7F30D938-FC0E-40F9-A8EC-E736E1F70339}" destId="{000B78E8-8815-4590-844F-EFDA89CC2684}" srcOrd="0" destOrd="0" presId="urn:microsoft.com/office/officeart/2018/2/layout/IconCircleList"/>
    <dgm:cxn modelId="{6F9581FE-0055-483C-A347-2A2800393A41}" type="presOf" srcId="{BEAB38B8-623D-4C33-AE0C-D6CFDAC2DC83}" destId="{5A58A0DF-429A-48D2-80CB-B1BDC75BB2A6}" srcOrd="0" destOrd="0" presId="urn:microsoft.com/office/officeart/2018/2/layout/IconCircleList"/>
    <dgm:cxn modelId="{D2CDE25B-E2AF-4FCD-A161-0A26801F6D4C}" type="presParOf" srcId="{55A104ED-B5A9-4D2F-860A-D057182BBC17}" destId="{5F5FCF01-9A34-4991-AC19-B5C78A9E68DA}" srcOrd="0" destOrd="0" presId="urn:microsoft.com/office/officeart/2018/2/layout/IconCircleList"/>
    <dgm:cxn modelId="{261357C6-37BE-4D9B-B685-A3CD3F520B1D}" type="presParOf" srcId="{5F5FCF01-9A34-4991-AC19-B5C78A9E68DA}" destId="{9B8C95AD-17C5-45E1-BB6C-CF9931451738}" srcOrd="0" destOrd="0" presId="urn:microsoft.com/office/officeart/2018/2/layout/IconCircleList"/>
    <dgm:cxn modelId="{785E0C7B-8AC1-400D-B8BC-8B12BEA840D0}" type="presParOf" srcId="{9B8C95AD-17C5-45E1-BB6C-CF9931451738}" destId="{CBF90F19-97B6-4EF8-8FC2-735737579FAD}" srcOrd="0" destOrd="0" presId="urn:microsoft.com/office/officeart/2018/2/layout/IconCircleList"/>
    <dgm:cxn modelId="{E6B80651-7C14-4939-A2B8-BEF9FD91252F}" type="presParOf" srcId="{9B8C95AD-17C5-45E1-BB6C-CF9931451738}" destId="{015D5536-BFAE-4827-8F8C-EE3DC7CC24CF}" srcOrd="1" destOrd="0" presId="urn:microsoft.com/office/officeart/2018/2/layout/IconCircleList"/>
    <dgm:cxn modelId="{E10F5AD1-75E8-4A08-8D12-AF82BA1056BE}" type="presParOf" srcId="{9B8C95AD-17C5-45E1-BB6C-CF9931451738}" destId="{2E5A4F2F-B212-44F7-8DF5-DD187B22917B}" srcOrd="2" destOrd="0" presId="urn:microsoft.com/office/officeart/2018/2/layout/IconCircleList"/>
    <dgm:cxn modelId="{549D4D52-2D21-4011-BB89-DE355D516DB9}" type="presParOf" srcId="{9B8C95AD-17C5-45E1-BB6C-CF9931451738}" destId="{AC81D981-ED83-4EF9-AC25-80CB2AC2AE81}" srcOrd="3" destOrd="0" presId="urn:microsoft.com/office/officeart/2018/2/layout/IconCircleList"/>
    <dgm:cxn modelId="{9F3C2BFA-362C-431F-AC90-BD2739751FD1}" type="presParOf" srcId="{5F5FCF01-9A34-4991-AC19-B5C78A9E68DA}" destId="{5A58A0DF-429A-48D2-80CB-B1BDC75BB2A6}" srcOrd="1" destOrd="0" presId="urn:microsoft.com/office/officeart/2018/2/layout/IconCircleList"/>
    <dgm:cxn modelId="{0D69101B-6F22-468C-9F4A-0D9558865707}" type="presParOf" srcId="{5F5FCF01-9A34-4991-AC19-B5C78A9E68DA}" destId="{3E21EF39-B6E4-407B-9424-C1268E5BA9D9}" srcOrd="2" destOrd="0" presId="urn:microsoft.com/office/officeart/2018/2/layout/IconCircleList"/>
    <dgm:cxn modelId="{C653DDD9-5E1C-4A18-9A41-10A4001041B5}" type="presParOf" srcId="{3E21EF39-B6E4-407B-9424-C1268E5BA9D9}" destId="{87F11492-FABD-49A8-8FF0-143CAB7455F0}" srcOrd="0" destOrd="0" presId="urn:microsoft.com/office/officeart/2018/2/layout/IconCircleList"/>
    <dgm:cxn modelId="{EAEF9D8B-8C87-43BC-A523-33B6383D90C9}" type="presParOf" srcId="{3E21EF39-B6E4-407B-9424-C1268E5BA9D9}" destId="{F8089F47-E590-4333-B16D-B59E7FEB79FA}" srcOrd="1" destOrd="0" presId="urn:microsoft.com/office/officeart/2018/2/layout/IconCircleList"/>
    <dgm:cxn modelId="{C6781F36-1454-470B-8DF0-251AFF9FE902}" type="presParOf" srcId="{3E21EF39-B6E4-407B-9424-C1268E5BA9D9}" destId="{2AF1F72F-4E58-4930-9687-7A0F99C92314}" srcOrd="2" destOrd="0" presId="urn:microsoft.com/office/officeart/2018/2/layout/IconCircleList"/>
    <dgm:cxn modelId="{E7E31C26-F8AC-485F-98D2-F5ED9C71097A}" type="presParOf" srcId="{3E21EF39-B6E4-407B-9424-C1268E5BA9D9}" destId="{000B78E8-8815-4590-844F-EFDA89CC2684}" srcOrd="3" destOrd="0" presId="urn:microsoft.com/office/officeart/2018/2/layout/IconCircleList"/>
    <dgm:cxn modelId="{09D4DCCB-4E9E-47F6-B96F-85C5DA998107}" type="presParOf" srcId="{5F5FCF01-9A34-4991-AC19-B5C78A9E68DA}" destId="{86293E17-AD16-49AC-80A3-1CDD547CD536}" srcOrd="3" destOrd="0" presId="urn:microsoft.com/office/officeart/2018/2/layout/IconCircleList"/>
    <dgm:cxn modelId="{8F7EE625-FD46-45BD-BC3F-1C41315C8108}" type="presParOf" srcId="{5F5FCF01-9A34-4991-AC19-B5C78A9E68DA}" destId="{0A2B4667-DACF-4FB1-98F6-615AF4C15109}" srcOrd="4" destOrd="0" presId="urn:microsoft.com/office/officeart/2018/2/layout/IconCircleList"/>
    <dgm:cxn modelId="{7AE5D5D1-E50E-4933-A1D0-F398C1F20AD2}" type="presParOf" srcId="{0A2B4667-DACF-4FB1-98F6-615AF4C15109}" destId="{E698DDD0-7C76-4118-927A-7AA948BB84CA}" srcOrd="0" destOrd="0" presId="urn:microsoft.com/office/officeart/2018/2/layout/IconCircleList"/>
    <dgm:cxn modelId="{C8150C92-2690-424C-A49E-91D53D139B3B}" type="presParOf" srcId="{0A2B4667-DACF-4FB1-98F6-615AF4C15109}" destId="{5D6DDD20-4F5B-4105-A559-A52C45552A7E}" srcOrd="1" destOrd="0" presId="urn:microsoft.com/office/officeart/2018/2/layout/IconCircleList"/>
    <dgm:cxn modelId="{9B4CF760-FF42-48F1-91D4-3084D3656956}" type="presParOf" srcId="{0A2B4667-DACF-4FB1-98F6-615AF4C15109}" destId="{9C19BE37-D0EB-4271-9E1F-6315D1463DBE}" srcOrd="2" destOrd="0" presId="urn:microsoft.com/office/officeart/2018/2/layout/IconCircleList"/>
    <dgm:cxn modelId="{5686A5C3-24C4-4A38-B79B-C3618E9BEDB7}" type="presParOf" srcId="{0A2B4667-DACF-4FB1-98F6-615AF4C15109}" destId="{AB92373A-52D9-4A91-BB4B-8C49038E8AD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422F9CB-D937-48BD-8D36-4A7124C1DFE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3E9ED450-1CBE-49FE-BAA0-FDDB1356E01F}">
      <dgm:prSet/>
      <dgm:spPr/>
      <dgm:t>
        <a:bodyPr/>
        <a:lstStyle/>
        <a:p>
          <a:pPr>
            <a:defRPr cap="all"/>
          </a:pPr>
          <a:r>
            <a:rPr lang="en-US"/>
            <a:t>Establish an Encrypted Conversation</a:t>
          </a:r>
        </a:p>
      </dgm:t>
    </dgm:pt>
    <dgm:pt modelId="{FCA6F7BF-93CD-4198-9F1A-13970F4996E2}" type="parTrans" cxnId="{895450CB-60E6-4B29-B1DE-4E60D0EE151B}">
      <dgm:prSet/>
      <dgm:spPr/>
      <dgm:t>
        <a:bodyPr/>
        <a:lstStyle/>
        <a:p>
          <a:endParaRPr lang="en-US"/>
        </a:p>
      </dgm:t>
    </dgm:pt>
    <dgm:pt modelId="{E7E3302C-3540-4BE5-9324-492723A1DABC}" type="sibTrans" cxnId="{895450CB-60E6-4B29-B1DE-4E60D0EE151B}">
      <dgm:prSet/>
      <dgm:spPr/>
      <dgm:t>
        <a:bodyPr/>
        <a:lstStyle/>
        <a:p>
          <a:endParaRPr lang="en-US"/>
        </a:p>
      </dgm:t>
    </dgm:pt>
    <dgm:pt modelId="{6D39D3DD-EEA6-4DAB-9721-C70FF13228A3}">
      <dgm:prSet/>
      <dgm:spPr/>
      <dgm:t>
        <a:bodyPr/>
        <a:lstStyle/>
        <a:p>
          <a:pPr>
            <a:defRPr cap="all"/>
          </a:pPr>
          <a:r>
            <a:rPr lang="en-US"/>
            <a:t>Send an End-to-End Encrypted Message</a:t>
          </a:r>
        </a:p>
      </dgm:t>
    </dgm:pt>
    <dgm:pt modelId="{3E09B079-FD2A-4BE3-B94F-DB03925B9285}" type="parTrans" cxnId="{B272BE68-101A-4511-8DB6-4C3AD52CE457}">
      <dgm:prSet/>
      <dgm:spPr/>
      <dgm:t>
        <a:bodyPr/>
        <a:lstStyle/>
        <a:p>
          <a:endParaRPr lang="en-US"/>
        </a:p>
      </dgm:t>
    </dgm:pt>
    <dgm:pt modelId="{A8CC064B-04A2-4116-8185-EF2A4C938D6C}" type="sibTrans" cxnId="{B272BE68-101A-4511-8DB6-4C3AD52CE457}">
      <dgm:prSet/>
      <dgm:spPr/>
      <dgm:t>
        <a:bodyPr/>
        <a:lstStyle/>
        <a:p>
          <a:endParaRPr lang="en-US"/>
        </a:p>
      </dgm:t>
    </dgm:pt>
    <dgm:pt modelId="{E8F939C0-85E3-4035-8554-FAEF5525D331}" type="pres">
      <dgm:prSet presAssocID="{D422F9CB-D937-48BD-8D36-4A7124C1DFE7}" presName="root" presStyleCnt="0">
        <dgm:presLayoutVars>
          <dgm:dir/>
          <dgm:resizeHandles val="exact"/>
        </dgm:presLayoutVars>
      </dgm:prSet>
      <dgm:spPr/>
    </dgm:pt>
    <dgm:pt modelId="{FA2B23B2-0A44-4F05-A814-669439F883B1}" type="pres">
      <dgm:prSet presAssocID="{3E9ED450-1CBE-49FE-BAA0-FDDB1356E01F}" presName="compNode" presStyleCnt="0"/>
      <dgm:spPr/>
    </dgm:pt>
    <dgm:pt modelId="{EA6EFD6F-BD90-4DBD-AA69-E2239219B759}" type="pres">
      <dgm:prSet presAssocID="{3E9ED450-1CBE-49FE-BAA0-FDDB1356E01F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7D73F697-0D59-46DB-A7E6-EAED593600DF}" type="pres">
      <dgm:prSet presAssocID="{3E9ED450-1CBE-49FE-BAA0-FDDB1356E01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D829E59-1729-4CD9-BA0A-507454106B76}" type="pres">
      <dgm:prSet presAssocID="{3E9ED450-1CBE-49FE-BAA0-FDDB1356E01F}" presName="spaceRect" presStyleCnt="0"/>
      <dgm:spPr/>
    </dgm:pt>
    <dgm:pt modelId="{3450BCEA-31B3-4680-A49D-D5AA471531DA}" type="pres">
      <dgm:prSet presAssocID="{3E9ED450-1CBE-49FE-BAA0-FDDB1356E01F}" presName="textRect" presStyleLbl="revTx" presStyleIdx="0" presStyleCnt="2">
        <dgm:presLayoutVars>
          <dgm:chMax val="1"/>
          <dgm:chPref val="1"/>
        </dgm:presLayoutVars>
      </dgm:prSet>
      <dgm:spPr/>
    </dgm:pt>
    <dgm:pt modelId="{0816F846-C865-4B7B-A6CF-DE30896D200D}" type="pres">
      <dgm:prSet presAssocID="{E7E3302C-3540-4BE5-9324-492723A1DABC}" presName="sibTrans" presStyleCnt="0"/>
      <dgm:spPr/>
    </dgm:pt>
    <dgm:pt modelId="{1CE33096-60D3-4E00-B9A0-FA53588EE0B7}" type="pres">
      <dgm:prSet presAssocID="{6D39D3DD-EEA6-4DAB-9721-C70FF13228A3}" presName="compNode" presStyleCnt="0"/>
      <dgm:spPr/>
    </dgm:pt>
    <dgm:pt modelId="{58F2432C-100A-45E5-ADF2-0932649EAC6B}" type="pres">
      <dgm:prSet presAssocID="{6D39D3DD-EEA6-4DAB-9721-C70FF13228A3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6402DD4-5A87-4D8D-BF6E-7D2EC755A790}" type="pres">
      <dgm:prSet presAssocID="{6D39D3DD-EEA6-4DAB-9721-C70FF13228A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9F60339A-88A0-4FFE-91D7-C38F863898D1}" type="pres">
      <dgm:prSet presAssocID="{6D39D3DD-EEA6-4DAB-9721-C70FF13228A3}" presName="spaceRect" presStyleCnt="0"/>
      <dgm:spPr/>
    </dgm:pt>
    <dgm:pt modelId="{B4B94581-0B23-45AF-BB3C-17652E0CB769}" type="pres">
      <dgm:prSet presAssocID="{6D39D3DD-EEA6-4DAB-9721-C70FF13228A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B1B871B-16C5-46E2-9452-BC9D0F0F3A80}" type="presOf" srcId="{D422F9CB-D937-48BD-8D36-4A7124C1DFE7}" destId="{E8F939C0-85E3-4035-8554-FAEF5525D331}" srcOrd="0" destOrd="0" presId="urn:microsoft.com/office/officeart/2018/5/layout/IconLeafLabelList"/>
    <dgm:cxn modelId="{5CCE6F35-3382-45A0-BCDF-B2D6AB6AA41C}" type="presOf" srcId="{3E9ED450-1CBE-49FE-BAA0-FDDB1356E01F}" destId="{3450BCEA-31B3-4680-A49D-D5AA471531DA}" srcOrd="0" destOrd="0" presId="urn:microsoft.com/office/officeart/2018/5/layout/IconLeafLabelList"/>
    <dgm:cxn modelId="{B272BE68-101A-4511-8DB6-4C3AD52CE457}" srcId="{D422F9CB-D937-48BD-8D36-4A7124C1DFE7}" destId="{6D39D3DD-EEA6-4DAB-9721-C70FF13228A3}" srcOrd="1" destOrd="0" parTransId="{3E09B079-FD2A-4BE3-B94F-DB03925B9285}" sibTransId="{A8CC064B-04A2-4116-8185-EF2A4C938D6C}"/>
    <dgm:cxn modelId="{4561998A-71BD-487C-90D1-BC7562C3521C}" type="presOf" srcId="{6D39D3DD-EEA6-4DAB-9721-C70FF13228A3}" destId="{B4B94581-0B23-45AF-BB3C-17652E0CB769}" srcOrd="0" destOrd="0" presId="urn:microsoft.com/office/officeart/2018/5/layout/IconLeafLabelList"/>
    <dgm:cxn modelId="{895450CB-60E6-4B29-B1DE-4E60D0EE151B}" srcId="{D422F9CB-D937-48BD-8D36-4A7124C1DFE7}" destId="{3E9ED450-1CBE-49FE-BAA0-FDDB1356E01F}" srcOrd="0" destOrd="0" parTransId="{FCA6F7BF-93CD-4198-9F1A-13970F4996E2}" sibTransId="{E7E3302C-3540-4BE5-9324-492723A1DABC}"/>
    <dgm:cxn modelId="{76355BA4-F71C-42CE-9992-270253A628D3}" type="presParOf" srcId="{E8F939C0-85E3-4035-8554-FAEF5525D331}" destId="{FA2B23B2-0A44-4F05-A814-669439F883B1}" srcOrd="0" destOrd="0" presId="urn:microsoft.com/office/officeart/2018/5/layout/IconLeafLabelList"/>
    <dgm:cxn modelId="{CBC6C5D2-5828-4EA2-AAF5-9333EB4B5960}" type="presParOf" srcId="{FA2B23B2-0A44-4F05-A814-669439F883B1}" destId="{EA6EFD6F-BD90-4DBD-AA69-E2239219B759}" srcOrd="0" destOrd="0" presId="urn:microsoft.com/office/officeart/2018/5/layout/IconLeafLabelList"/>
    <dgm:cxn modelId="{6338F8D9-FC93-4998-93E3-01F64FBE15CA}" type="presParOf" srcId="{FA2B23B2-0A44-4F05-A814-669439F883B1}" destId="{7D73F697-0D59-46DB-A7E6-EAED593600DF}" srcOrd="1" destOrd="0" presId="urn:microsoft.com/office/officeart/2018/5/layout/IconLeafLabelList"/>
    <dgm:cxn modelId="{F1782C0C-AB24-44D5-A591-C94D8C6071F6}" type="presParOf" srcId="{FA2B23B2-0A44-4F05-A814-669439F883B1}" destId="{ED829E59-1729-4CD9-BA0A-507454106B76}" srcOrd="2" destOrd="0" presId="urn:microsoft.com/office/officeart/2018/5/layout/IconLeafLabelList"/>
    <dgm:cxn modelId="{13867998-476E-4934-B189-00DF46F52B4E}" type="presParOf" srcId="{FA2B23B2-0A44-4F05-A814-669439F883B1}" destId="{3450BCEA-31B3-4680-A49D-D5AA471531DA}" srcOrd="3" destOrd="0" presId="urn:microsoft.com/office/officeart/2018/5/layout/IconLeafLabelList"/>
    <dgm:cxn modelId="{8DAA958B-C3E2-4F06-B714-2CF167F16699}" type="presParOf" srcId="{E8F939C0-85E3-4035-8554-FAEF5525D331}" destId="{0816F846-C865-4B7B-A6CF-DE30896D200D}" srcOrd="1" destOrd="0" presId="urn:microsoft.com/office/officeart/2018/5/layout/IconLeafLabelList"/>
    <dgm:cxn modelId="{9355704D-A3FA-4B4A-A5FD-74FB283DE5CA}" type="presParOf" srcId="{E8F939C0-85E3-4035-8554-FAEF5525D331}" destId="{1CE33096-60D3-4E00-B9A0-FA53588EE0B7}" srcOrd="2" destOrd="0" presId="urn:microsoft.com/office/officeart/2018/5/layout/IconLeafLabelList"/>
    <dgm:cxn modelId="{78984730-F2B3-4E53-8C00-9A3179938A6E}" type="presParOf" srcId="{1CE33096-60D3-4E00-B9A0-FA53588EE0B7}" destId="{58F2432C-100A-45E5-ADF2-0932649EAC6B}" srcOrd="0" destOrd="0" presId="urn:microsoft.com/office/officeart/2018/5/layout/IconLeafLabelList"/>
    <dgm:cxn modelId="{B09EC469-8AEF-4340-A1C1-5B0BAAE17973}" type="presParOf" srcId="{1CE33096-60D3-4E00-B9A0-FA53588EE0B7}" destId="{26402DD4-5A87-4D8D-BF6E-7D2EC755A790}" srcOrd="1" destOrd="0" presId="urn:microsoft.com/office/officeart/2018/5/layout/IconLeafLabelList"/>
    <dgm:cxn modelId="{2F239FD5-A36E-4A2D-9889-67680C10FBD3}" type="presParOf" srcId="{1CE33096-60D3-4E00-B9A0-FA53588EE0B7}" destId="{9F60339A-88A0-4FFE-91D7-C38F863898D1}" srcOrd="2" destOrd="0" presId="urn:microsoft.com/office/officeart/2018/5/layout/IconLeafLabelList"/>
    <dgm:cxn modelId="{7AAFC9F0-6E44-43C6-883A-5D83388FF6BA}" type="presParOf" srcId="{1CE33096-60D3-4E00-B9A0-FA53588EE0B7}" destId="{B4B94581-0B23-45AF-BB3C-17652E0CB76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7C59058-CBE7-4EEB-B3D8-58AAFB2D51C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C054C90-0B81-415E-94FA-D051BEC5B89D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4400" err="1">
              <a:latin typeface="Aptos"/>
              <a:ea typeface="+mn-ea"/>
              <a:cs typeface="+mn-cs"/>
            </a:rPr>
            <a:t>Whatsapp</a:t>
          </a:r>
          <a:endParaRPr lang="en-US" sz="4400">
            <a:latin typeface="Aptos"/>
            <a:ea typeface="+mn-ea"/>
            <a:cs typeface="+mn-cs"/>
          </a:endParaRPr>
        </a:p>
      </dgm:t>
    </dgm:pt>
    <dgm:pt modelId="{3C8BF4BE-D786-4E17-8646-165343A67492}" type="parTrans" cxnId="{993EBEC8-F541-4127-A46F-86765AB09DD8}">
      <dgm:prSet/>
      <dgm:spPr/>
      <dgm:t>
        <a:bodyPr/>
        <a:lstStyle/>
        <a:p>
          <a:endParaRPr lang="en-US"/>
        </a:p>
      </dgm:t>
    </dgm:pt>
    <dgm:pt modelId="{E8072D9D-EDFC-4AEE-BCCD-3FECF75190AB}" type="sibTrans" cxnId="{993EBEC8-F541-4127-A46F-86765AB09DD8}">
      <dgm:prSet/>
      <dgm:spPr/>
      <dgm:t>
        <a:bodyPr/>
        <a:lstStyle/>
        <a:p>
          <a:endParaRPr lang="en-US"/>
        </a:p>
      </dgm:t>
    </dgm:pt>
    <dgm:pt modelId="{91F9CDC6-ED32-4A02-A051-3BC772137A7D}">
      <dgm:prSet phldr="0"/>
      <dgm:spPr/>
      <dgm:t>
        <a:bodyPr/>
        <a:lstStyle/>
        <a:p>
          <a:pPr algn="ctr">
            <a:lnSpc>
              <a:spcPct val="90000"/>
            </a:lnSpc>
          </a:pPr>
          <a:r>
            <a:rPr lang="en-US" sz="4400">
              <a:latin typeface="Aptos"/>
              <a:ea typeface="+mn-ea"/>
              <a:cs typeface="+mn-cs"/>
            </a:rPr>
            <a:t>Matrix</a:t>
          </a:r>
        </a:p>
      </dgm:t>
    </dgm:pt>
    <dgm:pt modelId="{715A6AAB-8522-43DA-B7F4-DB1494F46F94}" type="parTrans" cxnId="{47A35788-392E-4DE4-A69D-2A53DAD8BF72}">
      <dgm:prSet/>
      <dgm:spPr/>
      <dgm:t>
        <a:bodyPr/>
        <a:lstStyle/>
        <a:p>
          <a:endParaRPr lang="en-US"/>
        </a:p>
      </dgm:t>
    </dgm:pt>
    <dgm:pt modelId="{9CB2713F-1479-4FEF-9C85-DEC41F81F735}" type="sibTrans" cxnId="{47A35788-392E-4DE4-A69D-2A53DAD8BF72}">
      <dgm:prSet/>
      <dgm:spPr/>
      <dgm:t>
        <a:bodyPr/>
        <a:lstStyle/>
        <a:p>
          <a:endParaRPr lang="en-US"/>
        </a:p>
      </dgm:t>
    </dgm:pt>
    <dgm:pt modelId="{D8B8D9AE-7F06-4128-8015-1BF24B4CFB05}">
      <dgm:prSet phldr="0"/>
      <dgm:spPr/>
      <dgm:t>
        <a:bodyPr/>
        <a:lstStyle/>
        <a:p>
          <a:pPr algn="ctr">
            <a:lnSpc>
              <a:spcPct val="90000"/>
            </a:lnSpc>
          </a:pPr>
          <a:r>
            <a:rPr lang="en-US" sz="4400">
              <a:latin typeface="Aptos"/>
              <a:ea typeface="+mn-ea"/>
              <a:cs typeface="+mn-cs"/>
            </a:rPr>
            <a:t>Signal</a:t>
          </a:r>
        </a:p>
      </dgm:t>
    </dgm:pt>
    <dgm:pt modelId="{74A845EA-7977-4C68-A235-4E5B44494775}" type="parTrans" cxnId="{84E4024E-7108-4689-93C1-FE437CB6063A}">
      <dgm:prSet/>
      <dgm:spPr/>
      <dgm:t>
        <a:bodyPr/>
        <a:lstStyle/>
        <a:p>
          <a:endParaRPr lang="en-US"/>
        </a:p>
      </dgm:t>
    </dgm:pt>
    <dgm:pt modelId="{9496F3B9-744B-4675-9055-46CB4A7771E3}" type="sibTrans" cxnId="{84E4024E-7108-4689-93C1-FE437CB6063A}">
      <dgm:prSet/>
      <dgm:spPr/>
      <dgm:t>
        <a:bodyPr/>
        <a:lstStyle/>
        <a:p>
          <a:endParaRPr lang="en-US"/>
        </a:p>
      </dgm:t>
    </dgm:pt>
    <dgm:pt modelId="{4D458A38-253E-4783-AA68-CEF48435DE24}" type="pres">
      <dgm:prSet presAssocID="{47C59058-CBE7-4EEB-B3D8-58AAFB2D51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9DD052F-41B8-42A8-AB76-7D0F07C3A805}" type="pres">
      <dgm:prSet presAssocID="{BC054C90-0B81-415E-94FA-D051BEC5B89D}" presName="hierRoot1" presStyleCnt="0"/>
      <dgm:spPr/>
    </dgm:pt>
    <dgm:pt modelId="{729BC30A-2C1A-42C7-B53C-0E0687D5DB2E}" type="pres">
      <dgm:prSet presAssocID="{BC054C90-0B81-415E-94FA-D051BEC5B89D}" presName="composite" presStyleCnt="0"/>
      <dgm:spPr/>
    </dgm:pt>
    <dgm:pt modelId="{C6FF094D-56FB-4564-A41E-01F6FBED6FA2}" type="pres">
      <dgm:prSet presAssocID="{BC054C90-0B81-415E-94FA-D051BEC5B89D}" presName="background" presStyleLbl="node0" presStyleIdx="0" presStyleCnt="3"/>
      <dgm:spPr/>
    </dgm:pt>
    <dgm:pt modelId="{1E38DB45-BAA8-4BD0-9124-E53FBF6B17A5}" type="pres">
      <dgm:prSet presAssocID="{BC054C90-0B81-415E-94FA-D051BEC5B89D}" presName="text" presStyleLbl="fgAcc0" presStyleIdx="0" presStyleCnt="3">
        <dgm:presLayoutVars>
          <dgm:chPref val="3"/>
        </dgm:presLayoutVars>
      </dgm:prSet>
      <dgm:spPr/>
    </dgm:pt>
    <dgm:pt modelId="{01380A97-64F4-401F-878D-9C1B92223AE8}" type="pres">
      <dgm:prSet presAssocID="{BC054C90-0B81-415E-94FA-D051BEC5B89D}" presName="hierChild2" presStyleCnt="0"/>
      <dgm:spPr/>
    </dgm:pt>
    <dgm:pt modelId="{6EB0C7A1-02F1-4046-80D4-C13A6BB8584D}" type="pres">
      <dgm:prSet presAssocID="{91F9CDC6-ED32-4A02-A051-3BC772137A7D}" presName="hierRoot1" presStyleCnt="0"/>
      <dgm:spPr/>
    </dgm:pt>
    <dgm:pt modelId="{AF8EFDAB-DD77-4BF4-A7C4-E11745B84CF3}" type="pres">
      <dgm:prSet presAssocID="{91F9CDC6-ED32-4A02-A051-3BC772137A7D}" presName="composite" presStyleCnt="0"/>
      <dgm:spPr/>
    </dgm:pt>
    <dgm:pt modelId="{01FF04EE-323C-4C2E-9BCD-3F10E8C1488D}" type="pres">
      <dgm:prSet presAssocID="{91F9CDC6-ED32-4A02-A051-3BC772137A7D}" presName="background" presStyleLbl="node0" presStyleIdx="1" presStyleCnt="3"/>
      <dgm:spPr/>
    </dgm:pt>
    <dgm:pt modelId="{3DB65D31-EA13-4E38-82FC-2FF8B812044C}" type="pres">
      <dgm:prSet presAssocID="{91F9CDC6-ED32-4A02-A051-3BC772137A7D}" presName="text" presStyleLbl="fgAcc0" presStyleIdx="1" presStyleCnt="3">
        <dgm:presLayoutVars>
          <dgm:chPref val="3"/>
        </dgm:presLayoutVars>
      </dgm:prSet>
      <dgm:spPr/>
    </dgm:pt>
    <dgm:pt modelId="{C8EA6DEA-7DD4-4876-8E08-EF0AA9C2886A}" type="pres">
      <dgm:prSet presAssocID="{91F9CDC6-ED32-4A02-A051-3BC772137A7D}" presName="hierChild2" presStyleCnt="0"/>
      <dgm:spPr/>
    </dgm:pt>
    <dgm:pt modelId="{F2F7B7D0-EF66-4AEA-BB7E-B611AB91A736}" type="pres">
      <dgm:prSet presAssocID="{D8B8D9AE-7F06-4128-8015-1BF24B4CFB05}" presName="hierRoot1" presStyleCnt="0"/>
      <dgm:spPr/>
    </dgm:pt>
    <dgm:pt modelId="{2B7BEE04-5E6E-4988-81CF-8C93BA820F9F}" type="pres">
      <dgm:prSet presAssocID="{D8B8D9AE-7F06-4128-8015-1BF24B4CFB05}" presName="composite" presStyleCnt="0"/>
      <dgm:spPr/>
    </dgm:pt>
    <dgm:pt modelId="{83721921-0DA1-46C9-BC6D-421949A5615E}" type="pres">
      <dgm:prSet presAssocID="{D8B8D9AE-7F06-4128-8015-1BF24B4CFB05}" presName="background" presStyleLbl="node0" presStyleIdx="2" presStyleCnt="3"/>
      <dgm:spPr/>
    </dgm:pt>
    <dgm:pt modelId="{C9BECD39-79A2-4018-84A4-EF5BA2989278}" type="pres">
      <dgm:prSet presAssocID="{D8B8D9AE-7F06-4128-8015-1BF24B4CFB05}" presName="text" presStyleLbl="fgAcc0" presStyleIdx="2" presStyleCnt="3">
        <dgm:presLayoutVars>
          <dgm:chPref val="3"/>
        </dgm:presLayoutVars>
      </dgm:prSet>
      <dgm:spPr/>
    </dgm:pt>
    <dgm:pt modelId="{48057D9F-6B95-49C0-884A-350CEBA785B0}" type="pres">
      <dgm:prSet presAssocID="{D8B8D9AE-7F06-4128-8015-1BF24B4CFB05}" presName="hierChild2" presStyleCnt="0"/>
      <dgm:spPr/>
    </dgm:pt>
  </dgm:ptLst>
  <dgm:cxnLst>
    <dgm:cxn modelId="{E8062D5F-96A0-4E37-83AF-7576161C1BCC}" type="presOf" srcId="{BC054C90-0B81-415E-94FA-D051BEC5B89D}" destId="{1E38DB45-BAA8-4BD0-9124-E53FBF6B17A5}" srcOrd="0" destOrd="0" presId="urn:microsoft.com/office/officeart/2005/8/layout/hierarchy1"/>
    <dgm:cxn modelId="{84E4024E-7108-4689-93C1-FE437CB6063A}" srcId="{47C59058-CBE7-4EEB-B3D8-58AAFB2D51CC}" destId="{D8B8D9AE-7F06-4128-8015-1BF24B4CFB05}" srcOrd="2" destOrd="0" parTransId="{74A845EA-7977-4C68-A235-4E5B44494775}" sibTransId="{9496F3B9-744B-4675-9055-46CB4A7771E3}"/>
    <dgm:cxn modelId="{BB4D2550-9DDA-4DDF-B418-7561B1D2E34B}" type="presOf" srcId="{91F9CDC6-ED32-4A02-A051-3BC772137A7D}" destId="{3DB65D31-EA13-4E38-82FC-2FF8B812044C}" srcOrd="0" destOrd="0" presId="urn:microsoft.com/office/officeart/2005/8/layout/hierarchy1"/>
    <dgm:cxn modelId="{47A35788-392E-4DE4-A69D-2A53DAD8BF72}" srcId="{47C59058-CBE7-4EEB-B3D8-58AAFB2D51CC}" destId="{91F9CDC6-ED32-4A02-A051-3BC772137A7D}" srcOrd="1" destOrd="0" parTransId="{715A6AAB-8522-43DA-B7F4-DB1494F46F94}" sibTransId="{9CB2713F-1479-4FEF-9C85-DEC41F81F735}"/>
    <dgm:cxn modelId="{F78CC7A7-CBD3-4258-805A-590B0BF1D147}" type="presOf" srcId="{47C59058-CBE7-4EEB-B3D8-58AAFB2D51CC}" destId="{4D458A38-253E-4783-AA68-CEF48435DE24}" srcOrd="0" destOrd="0" presId="urn:microsoft.com/office/officeart/2005/8/layout/hierarchy1"/>
    <dgm:cxn modelId="{993EBEC8-F541-4127-A46F-86765AB09DD8}" srcId="{47C59058-CBE7-4EEB-B3D8-58AAFB2D51CC}" destId="{BC054C90-0B81-415E-94FA-D051BEC5B89D}" srcOrd="0" destOrd="0" parTransId="{3C8BF4BE-D786-4E17-8646-165343A67492}" sibTransId="{E8072D9D-EDFC-4AEE-BCCD-3FECF75190AB}"/>
    <dgm:cxn modelId="{186F6FEE-5421-4472-88AC-02C405BC2F16}" type="presOf" srcId="{D8B8D9AE-7F06-4128-8015-1BF24B4CFB05}" destId="{C9BECD39-79A2-4018-84A4-EF5BA2989278}" srcOrd="0" destOrd="0" presId="urn:microsoft.com/office/officeart/2005/8/layout/hierarchy1"/>
    <dgm:cxn modelId="{B8A6F789-5CE6-4DE2-83D8-F150DAF916BD}" type="presParOf" srcId="{4D458A38-253E-4783-AA68-CEF48435DE24}" destId="{69DD052F-41B8-42A8-AB76-7D0F07C3A805}" srcOrd="0" destOrd="0" presId="urn:microsoft.com/office/officeart/2005/8/layout/hierarchy1"/>
    <dgm:cxn modelId="{39238B43-7C05-429E-ADD5-AAF5B7594FBF}" type="presParOf" srcId="{69DD052F-41B8-42A8-AB76-7D0F07C3A805}" destId="{729BC30A-2C1A-42C7-B53C-0E0687D5DB2E}" srcOrd="0" destOrd="0" presId="urn:microsoft.com/office/officeart/2005/8/layout/hierarchy1"/>
    <dgm:cxn modelId="{7E35C346-9B39-4C92-8A04-5CE1662F503D}" type="presParOf" srcId="{729BC30A-2C1A-42C7-B53C-0E0687D5DB2E}" destId="{C6FF094D-56FB-4564-A41E-01F6FBED6FA2}" srcOrd="0" destOrd="0" presId="urn:microsoft.com/office/officeart/2005/8/layout/hierarchy1"/>
    <dgm:cxn modelId="{07C454A2-1B90-4A6C-80EC-450221302E31}" type="presParOf" srcId="{729BC30A-2C1A-42C7-B53C-0E0687D5DB2E}" destId="{1E38DB45-BAA8-4BD0-9124-E53FBF6B17A5}" srcOrd="1" destOrd="0" presId="urn:microsoft.com/office/officeart/2005/8/layout/hierarchy1"/>
    <dgm:cxn modelId="{56D89765-03C3-4573-949C-00AA4DE1CF20}" type="presParOf" srcId="{69DD052F-41B8-42A8-AB76-7D0F07C3A805}" destId="{01380A97-64F4-401F-878D-9C1B92223AE8}" srcOrd="1" destOrd="0" presId="urn:microsoft.com/office/officeart/2005/8/layout/hierarchy1"/>
    <dgm:cxn modelId="{CB6CDCEF-BFDA-4878-9BD0-DBC94C155CCB}" type="presParOf" srcId="{4D458A38-253E-4783-AA68-CEF48435DE24}" destId="{6EB0C7A1-02F1-4046-80D4-C13A6BB8584D}" srcOrd="1" destOrd="0" presId="urn:microsoft.com/office/officeart/2005/8/layout/hierarchy1"/>
    <dgm:cxn modelId="{2DB9EDAE-2F0D-4A64-B040-908EFFC89E1E}" type="presParOf" srcId="{6EB0C7A1-02F1-4046-80D4-C13A6BB8584D}" destId="{AF8EFDAB-DD77-4BF4-A7C4-E11745B84CF3}" srcOrd="0" destOrd="0" presId="urn:microsoft.com/office/officeart/2005/8/layout/hierarchy1"/>
    <dgm:cxn modelId="{5367A91C-A9D4-4373-9854-15D223EEDCC8}" type="presParOf" srcId="{AF8EFDAB-DD77-4BF4-A7C4-E11745B84CF3}" destId="{01FF04EE-323C-4C2E-9BCD-3F10E8C1488D}" srcOrd="0" destOrd="0" presId="urn:microsoft.com/office/officeart/2005/8/layout/hierarchy1"/>
    <dgm:cxn modelId="{0A3D8EC7-7F1A-4C87-9FEC-1CA2BCB2E755}" type="presParOf" srcId="{AF8EFDAB-DD77-4BF4-A7C4-E11745B84CF3}" destId="{3DB65D31-EA13-4E38-82FC-2FF8B812044C}" srcOrd="1" destOrd="0" presId="urn:microsoft.com/office/officeart/2005/8/layout/hierarchy1"/>
    <dgm:cxn modelId="{75745CF2-3A5A-44F7-AC78-D3E4ADE146BD}" type="presParOf" srcId="{6EB0C7A1-02F1-4046-80D4-C13A6BB8584D}" destId="{C8EA6DEA-7DD4-4876-8E08-EF0AA9C2886A}" srcOrd="1" destOrd="0" presId="urn:microsoft.com/office/officeart/2005/8/layout/hierarchy1"/>
    <dgm:cxn modelId="{F95EF7A7-BCE7-487D-87D5-50AF640F8E68}" type="presParOf" srcId="{4D458A38-253E-4783-AA68-CEF48435DE24}" destId="{F2F7B7D0-EF66-4AEA-BB7E-B611AB91A736}" srcOrd="2" destOrd="0" presId="urn:microsoft.com/office/officeart/2005/8/layout/hierarchy1"/>
    <dgm:cxn modelId="{9201C29F-C52B-4EB7-895F-1CD4C4D1EF7E}" type="presParOf" srcId="{F2F7B7D0-EF66-4AEA-BB7E-B611AB91A736}" destId="{2B7BEE04-5E6E-4988-81CF-8C93BA820F9F}" srcOrd="0" destOrd="0" presId="urn:microsoft.com/office/officeart/2005/8/layout/hierarchy1"/>
    <dgm:cxn modelId="{FC9F64DC-B427-4AC6-BB52-DB73B2F06E34}" type="presParOf" srcId="{2B7BEE04-5E6E-4988-81CF-8C93BA820F9F}" destId="{83721921-0DA1-46C9-BC6D-421949A5615E}" srcOrd="0" destOrd="0" presId="urn:microsoft.com/office/officeart/2005/8/layout/hierarchy1"/>
    <dgm:cxn modelId="{F06ABF4E-9C41-4184-9D6B-667134857C66}" type="presParOf" srcId="{2B7BEE04-5E6E-4988-81CF-8C93BA820F9F}" destId="{C9BECD39-79A2-4018-84A4-EF5BA2989278}" srcOrd="1" destOrd="0" presId="urn:microsoft.com/office/officeart/2005/8/layout/hierarchy1"/>
    <dgm:cxn modelId="{1A70A8A8-3409-4265-918F-6DA3C60821A2}" type="presParOf" srcId="{F2F7B7D0-EF66-4AEA-BB7E-B611AB91A736}" destId="{48057D9F-6B95-49C0-884A-350CEBA785B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1F4E474-2620-403E-9B7C-ED84990BFE5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45DEB90-96D8-4433-8973-3F714E264A3C}">
      <dgm:prSet/>
      <dgm:spPr/>
      <dgm:t>
        <a:bodyPr/>
        <a:lstStyle/>
        <a:p>
          <a:r>
            <a:rPr lang="en-US"/>
            <a:t>James</a:t>
          </a:r>
        </a:p>
      </dgm:t>
    </dgm:pt>
    <dgm:pt modelId="{C5DF5328-D6D0-4AB7-8494-CE4420EC7273}" type="parTrans" cxnId="{E465762A-96B7-474C-91FE-F5E34C7AE219}">
      <dgm:prSet/>
      <dgm:spPr/>
      <dgm:t>
        <a:bodyPr/>
        <a:lstStyle/>
        <a:p>
          <a:endParaRPr lang="en-US"/>
        </a:p>
      </dgm:t>
    </dgm:pt>
    <dgm:pt modelId="{ADAE7D47-8FAF-4EDF-88DE-E91C4E251A96}" type="sibTrans" cxnId="{E465762A-96B7-474C-91FE-F5E34C7AE219}">
      <dgm:prSet/>
      <dgm:spPr/>
      <dgm:t>
        <a:bodyPr/>
        <a:lstStyle/>
        <a:p>
          <a:endParaRPr lang="en-US"/>
        </a:p>
      </dgm:t>
    </dgm:pt>
    <dgm:pt modelId="{D143F780-38F1-4031-B9C8-5445A62E46D6}">
      <dgm:prSet/>
      <dgm:spPr/>
      <dgm:t>
        <a:bodyPr/>
        <a:lstStyle/>
        <a:p>
          <a:r>
            <a:rPr lang="en-US"/>
            <a:t>Aiden</a:t>
          </a:r>
        </a:p>
      </dgm:t>
    </dgm:pt>
    <dgm:pt modelId="{AE5F7371-57DF-45A9-9FE1-4A59B75295DB}" type="parTrans" cxnId="{EC387EC1-E448-4D40-81A1-F1417A533674}">
      <dgm:prSet/>
      <dgm:spPr/>
      <dgm:t>
        <a:bodyPr/>
        <a:lstStyle/>
        <a:p>
          <a:endParaRPr lang="en-US"/>
        </a:p>
      </dgm:t>
    </dgm:pt>
    <dgm:pt modelId="{F9D99217-6DEC-4911-9DC7-9DB8CC157CD9}" type="sibTrans" cxnId="{EC387EC1-E448-4D40-81A1-F1417A533674}">
      <dgm:prSet/>
      <dgm:spPr/>
      <dgm:t>
        <a:bodyPr/>
        <a:lstStyle/>
        <a:p>
          <a:endParaRPr lang="en-US"/>
        </a:p>
      </dgm:t>
    </dgm:pt>
    <dgm:pt modelId="{0E9A509A-C89F-48A6-89DC-C52A9D0106B9}">
      <dgm:prSet/>
      <dgm:spPr/>
      <dgm:t>
        <a:bodyPr/>
        <a:lstStyle/>
        <a:p>
          <a:r>
            <a:rPr lang="en-US"/>
            <a:t>Mitchell</a:t>
          </a:r>
        </a:p>
      </dgm:t>
    </dgm:pt>
    <dgm:pt modelId="{34441B63-D6B4-4527-A953-AE1032690FC7}" type="parTrans" cxnId="{D53FEBB0-46C8-413D-9F5F-95899351B132}">
      <dgm:prSet/>
      <dgm:spPr/>
      <dgm:t>
        <a:bodyPr/>
        <a:lstStyle/>
        <a:p>
          <a:endParaRPr lang="en-US"/>
        </a:p>
      </dgm:t>
    </dgm:pt>
    <dgm:pt modelId="{6A4967B9-C888-4C4B-AE18-3F58AA37CE97}" type="sibTrans" cxnId="{D53FEBB0-46C8-413D-9F5F-95899351B132}">
      <dgm:prSet/>
      <dgm:spPr/>
      <dgm:t>
        <a:bodyPr/>
        <a:lstStyle/>
        <a:p>
          <a:endParaRPr lang="en-US"/>
        </a:p>
      </dgm:t>
    </dgm:pt>
    <dgm:pt modelId="{A939F321-10A2-4F3F-A9C3-353228EE72E1}" type="pres">
      <dgm:prSet presAssocID="{51F4E474-2620-403E-9B7C-ED84990BFE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9CB7AED-1D0B-4AE3-B896-EA25A9983023}" type="pres">
      <dgm:prSet presAssocID="{545DEB90-96D8-4433-8973-3F714E264A3C}" presName="hierRoot1" presStyleCnt="0"/>
      <dgm:spPr/>
    </dgm:pt>
    <dgm:pt modelId="{A4EA63FC-AC3F-4A8B-97A7-3BF1A5979AE4}" type="pres">
      <dgm:prSet presAssocID="{545DEB90-96D8-4433-8973-3F714E264A3C}" presName="composite" presStyleCnt="0"/>
      <dgm:spPr/>
    </dgm:pt>
    <dgm:pt modelId="{E9EDF177-AB28-4344-8460-7055AC5408BE}" type="pres">
      <dgm:prSet presAssocID="{545DEB90-96D8-4433-8973-3F714E264A3C}" presName="background" presStyleLbl="node0" presStyleIdx="0" presStyleCnt="3"/>
      <dgm:spPr/>
    </dgm:pt>
    <dgm:pt modelId="{2016CAE0-BF7A-4FC0-A4CB-821A1F624E1A}" type="pres">
      <dgm:prSet presAssocID="{545DEB90-96D8-4433-8973-3F714E264A3C}" presName="text" presStyleLbl="fgAcc0" presStyleIdx="0" presStyleCnt="3">
        <dgm:presLayoutVars>
          <dgm:chPref val="3"/>
        </dgm:presLayoutVars>
      </dgm:prSet>
      <dgm:spPr/>
    </dgm:pt>
    <dgm:pt modelId="{9A4DF7B8-8A78-42F0-B8BE-3C95F13386CF}" type="pres">
      <dgm:prSet presAssocID="{545DEB90-96D8-4433-8973-3F714E264A3C}" presName="hierChild2" presStyleCnt="0"/>
      <dgm:spPr/>
    </dgm:pt>
    <dgm:pt modelId="{3BB3CD4F-3DDF-4BEC-A1E3-04A4A72C2CBC}" type="pres">
      <dgm:prSet presAssocID="{D143F780-38F1-4031-B9C8-5445A62E46D6}" presName="hierRoot1" presStyleCnt="0"/>
      <dgm:spPr/>
    </dgm:pt>
    <dgm:pt modelId="{BC80278F-AC94-45E7-A30A-50DC935CE414}" type="pres">
      <dgm:prSet presAssocID="{D143F780-38F1-4031-B9C8-5445A62E46D6}" presName="composite" presStyleCnt="0"/>
      <dgm:spPr/>
    </dgm:pt>
    <dgm:pt modelId="{0C725719-9E7E-475B-A8B3-6754E127D66D}" type="pres">
      <dgm:prSet presAssocID="{D143F780-38F1-4031-B9C8-5445A62E46D6}" presName="background" presStyleLbl="node0" presStyleIdx="1" presStyleCnt="3"/>
      <dgm:spPr/>
    </dgm:pt>
    <dgm:pt modelId="{CDAA0556-486E-46FB-BA16-48AF076C44D3}" type="pres">
      <dgm:prSet presAssocID="{D143F780-38F1-4031-B9C8-5445A62E46D6}" presName="text" presStyleLbl="fgAcc0" presStyleIdx="1" presStyleCnt="3">
        <dgm:presLayoutVars>
          <dgm:chPref val="3"/>
        </dgm:presLayoutVars>
      </dgm:prSet>
      <dgm:spPr/>
    </dgm:pt>
    <dgm:pt modelId="{90D67C37-450D-4196-9192-4697C5F16589}" type="pres">
      <dgm:prSet presAssocID="{D143F780-38F1-4031-B9C8-5445A62E46D6}" presName="hierChild2" presStyleCnt="0"/>
      <dgm:spPr/>
    </dgm:pt>
    <dgm:pt modelId="{88474855-2242-4DB3-AD10-B70B504D6081}" type="pres">
      <dgm:prSet presAssocID="{0E9A509A-C89F-48A6-89DC-C52A9D0106B9}" presName="hierRoot1" presStyleCnt="0"/>
      <dgm:spPr/>
    </dgm:pt>
    <dgm:pt modelId="{4FE1AFCB-8D4F-437A-9FD0-67E0C56FE2C8}" type="pres">
      <dgm:prSet presAssocID="{0E9A509A-C89F-48A6-89DC-C52A9D0106B9}" presName="composite" presStyleCnt="0"/>
      <dgm:spPr/>
    </dgm:pt>
    <dgm:pt modelId="{6546220F-C533-4065-9A00-AA8ECBDAFCE7}" type="pres">
      <dgm:prSet presAssocID="{0E9A509A-C89F-48A6-89DC-C52A9D0106B9}" presName="background" presStyleLbl="node0" presStyleIdx="2" presStyleCnt="3"/>
      <dgm:spPr/>
    </dgm:pt>
    <dgm:pt modelId="{2167F3E6-083F-4CB3-9C31-C68ED8E95F12}" type="pres">
      <dgm:prSet presAssocID="{0E9A509A-C89F-48A6-89DC-C52A9D0106B9}" presName="text" presStyleLbl="fgAcc0" presStyleIdx="2" presStyleCnt="3">
        <dgm:presLayoutVars>
          <dgm:chPref val="3"/>
        </dgm:presLayoutVars>
      </dgm:prSet>
      <dgm:spPr/>
    </dgm:pt>
    <dgm:pt modelId="{B992438A-0555-49DF-81B0-022C5547A82D}" type="pres">
      <dgm:prSet presAssocID="{0E9A509A-C89F-48A6-89DC-C52A9D0106B9}" presName="hierChild2" presStyleCnt="0"/>
      <dgm:spPr/>
    </dgm:pt>
  </dgm:ptLst>
  <dgm:cxnLst>
    <dgm:cxn modelId="{E465762A-96B7-474C-91FE-F5E34C7AE219}" srcId="{51F4E474-2620-403E-9B7C-ED84990BFE56}" destId="{545DEB90-96D8-4433-8973-3F714E264A3C}" srcOrd="0" destOrd="0" parTransId="{C5DF5328-D6D0-4AB7-8494-CE4420EC7273}" sibTransId="{ADAE7D47-8FAF-4EDF-88DE-E91C4E251A96}"/>
    <dgm:cxn modelId="{CE3CE42D-A7B5-4D4F-BAC9-D60A8E48636C}" type="presOf" srcId="{545DEB90-96D8-4433-8973-3F714E264A3C}" destId="{2016CAE0-BF7A-4FC0-A4CB-821A1F624E1A}" srcOrd="0" destOrd="0" presId="urn:microsoft.com/office/officeart/2005/8/layout/hierarchy1"/>
    <dgm:cxn modelId="{7FEDEF60-77AA-4528-8CEC-B1922D6F3161}" type="presOf" srcId="{0E9A509A-C89F-48A6-89DC-C52A9D0106B9}" destId="{2167F3E6-083F-4CB3-9C31-C68ED8E95F12}" srcOrd="0" destOrd="0" presId="urn:microsoft.com/office/officeart/2005/8/layout/hierarchy1"/>
    <dgm:cxn modelId="{793E3949-EE4A-42C0-9297-5508197069AD}" type="presOf" srcId="{D143F780-38F1-4031-B9C8-5445A62E46D6}" destId="{CDAA0556-486E-46FB-BA16-48AF076C44D3}" srcOrd="0" destOrd="0" presId="urn:microsoft.com/office/officeart/2005/8/layout/hierarchy1"/>
    <dgm:cxn modelId="{D53FEBB0-46C8-413D-9F5F-95899351B132}" srcId="{51F4E474-2620-403E-9B7C-ED84990BFE56}" destId="{0E9A509A-C89F-48A6-89DC-C52A9D0106B9}" srcOrd="2" destOrd="0" parTransId="{34441B63-D6B4-4527-A953-AE1032690FC7}" sibTransId="{6A4967B9-C888-4C4B-AE18-3F58AA37CE97}"/>
    <dgm:cxn modelId="{EC387EC1-E448-4D40-81A1-F1417A533674}" srcId="{51F4E474-2620-403E-9B7C-ED84990BFE56}" destId="{D143F780-38F1-4031-B9C8-5445A62E46D6}" srcOrd="1" destOrd="0" parTransId="{AE5F7371-57DF-45A9-9FE1-4A59B75295DB}" sibTransId="{F9D99217-6DEC-4911-9DC7-9DB8CC157CD9}"/>
    <dgm:cxn modelId="{134E38E4-0BF5-42BF-B610-0C12B30A7CC6}" type="presOf" srcId="{51F4E474-2620-403E-9B7C-ED84990BFE56}" destId="{A939F321-10A2-4F3F-A9C3-353228EE72E1}" srcOrd="0" destOrd="0" presId="urn:microsoft.com/office/officeart/2005/8/layout/hierarchy1"/>
    <dgm:cxn modelId="{6A382933-B633-48FA-A306-879C57F77CF8}" type="presParOf" srcId="{A939F321-10A2-4F3F-A9C3-353228EE72E1}" destId="{09CB7AED-1D0B-4AE3-B896-EA25A9983023}" srcOrd="0" destOrd="0" presId="urn:microsoft.com/office/officeart/2005/8/layout/hierarchy1"/>
    <dgm:cxn modelId="{438BBC34-53AD-41F0-ACA8-D1FA083F417F}" type="presParOf" srcId="{09CB7AED-1D0B-4AE3-B896-EA25A9983023}" destId="{A4EA63FC-AC3F-4A8B-97A7-3BF1A5979AE4}" srcOrd="0" destOrd="0" presId="urn:microsoft.com/office/officeart/2005/8/layout/hierarchy1"/>
    <dgm:cxn modelId="{3282CC2D-CF43-4BDA-9E57-587F0C6AD8E6}" type="presParOf" srcId="{A4EA63FC-AC3F-4A8B-97A7-3BF1A5979AE4}" destId="{E9EDF177-AB28-4344-8460-7055AC5408BE}" srcOrd="0" destOrd="0" presId="urn:microsoft.com/office/officeart/2005/8/layout/hierarchy1"/>
    <dgm:cxn modelId="{55E83B82-30A6-4327-B1CA-D37B967F301E}" type="presParOf" srcId="{A4EA63FC-AC3F-4A8B-97A7-3BF1A5979AE4}" destId="{2016CAE0-BF7A-4FC0-A4CB-821A1F624E1A}" srcOrd="1" destOrd="0" presId="urn:microsoft.com/office/officeart/2005/8/layout/hierarchy1"/>
    <dgm:cxn modelId="{FDFFCDF9-CE60-455C-8302-8F85DA47935E}" type="presParOf" srcId="{09CB7AED-1D0B-4AE3-B896-EA25A9983023}" destId="{9A4DF7B8-8A78-42F0-B8BE-3C95F13386CF}" srcOrd="1" destOrd="0" presId="urn:microsoft.com/office/officeart/2005/8/layout/hierarchy1"/>
    <dgm:cxn modelId="{246ADC44-3E5B-4BE2-99E6-F19465F55ACE}" type="presParOf" srcId="{A939F321-10A2-4F3F-A9C3-353228EE72E1}" destId="{3BB3CD4F-3DDF-4BEC-A1E3-04A4A72C2CBC}" srcOrd="1" destOrd="0" presId="urn:microsoft.com/office/officeart/2005/8/layout/hierarchy1"/>
    <dgm:cxn modelId="{DC96A654-08E2-435C-9CBF-D211CBE39D56}" type="presParOf" srcId="{3BB3CD4F-3DDF-4BEC-A1E3-04A4A72C2CBC}" destId="{BC80278F-AC94-45E7-A30A-50DC935CE414}" srcOrd="0" destOrd="0" presId="urn:microsoft.com/office/officeart/2005/8/layout/hierarchy1"/>
    <dgm:cxn modelId="{695D677E-A0C5-4483-906D-E2E133801D09}" type="presParOf" srcId="{BC80278F-AC94-45E7-A30A-50DC935CE414}" destId="{0C725719-9E7E-475B-A8B3-6754E127D66D}" srcOrd="0" destOrd="0" presId="urn:microsoft.com/office/officeart/2005/8/layout/hierarchy1"/>
    <dgm:cxn modelId="{E1659133-D0B6-4C57-A466-4BF13603684D}" type="presParOf" srcId="{BC80278F-AC94-45E7-A30A-50DC935CE414}" destId="{CDAA0556-486E-46FB-BA16-48AF076C44D3}" srcOrd="1" destOrd="0" presId="urn:microsoft.com/office/officeart/2005/8/layout/hierarchy1"/>
    <dgm:cxn modelId="{035AA0A6-F4C7-4159-AA61-FB0815517CEB}" type="presParOf" srcId="{3BB3CD4F-3DDF-4BEC-A1E3-04A4A72C2CBC}" destId="{90D67C37-450D-4196-9192-4697C5F16589}" srcOrd="1" destOrd="0" presId="urn:microsoft.com/office/officeart/2005/8/layout/hierarchy1"/>
    <dgm:cxn modelId="{6ADAAEC4-7AF8-4141-BFAF-4D5121BAEB11}" type="presParOf" srcId="{A939F321-10A2-4F3F-A9C3-353228EE72E1}" destId="{88474855-2242-4DB3-AD10-B70B504D6081}" srcOrd="2" destOrd="0" presId="urn:microsoft.com/office/officeart/2005/8/layout/hierarchy1"/>
    <dgm:cxn modelId="{C7BA4E72-EB58-450B-86CF-A856CDB11CE1}" type="presParOf" srcId="{88474855-2242-4DB3-AD10-B70B504D6081}" destId="{4FE1AFCB-8D4F-437A-9FD0-67E0C56FE2C8}" srcOrd="0" destOrd="0" presId="urn:microsoft.com/office/officeart/2005/8/layout/hierarchy1"/>
    <dgm:cxn modelId="{35886849-B81C-46F0-8E50-91541034ADE3}" type="presParOf" srcId="{4FE1AFCB-8D4F-437A-9FD0-67E0C56FE2C8}" destId="{6546220F-C533-4065-9A00-AA8ECBDAFCE7}" srcOrd="0" destOrd="0" presId="urn:microsoft.com/office/officeart/2005/8/layout/hierarchy1"/>
    <dgm:cxn modelId="{37F53660-1DDC-4E15-8596-3D56B210BF31}" type="presParOf" srcId="{4FE1AFCB-8D4F-437A-9FD0-67E0C56FE2C8}" destId="{2167F3E6-083F-4CB3-9C31-C68ED8E95F12}" srcOrd="1" destOrd="0" presId="urn:microsoft.com/office/officeart/2005/8/layout/hierarchy1"/>
    <dgm:cxn modelId="{7F4C3EDC-9ABA-44D7-84AB-61908342FB3A}" type="presParOf" srcId="{88474855-2242-4DB3-AD10-B70B504D6081}" destId="{B992438A-0555-49DF-81B0-022C5547A82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FBD59B8-9DB8-4C19-8766-9274E8D1EA3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02FE053-1D0A-4CD1-94EF-AD9AF9DA71FB}">
      <dgm:prSet/>
      <dgm:spPr/>
      <dgm:t>
        <a:bodyPr/>
        <a:lstStyle/>
        <a:p>
          <a:r>
            <a:rPr lang="en-US"/>
            <a:t>James</a:t>
          </a:r>
        </a:p>
      </dgm:t>
    </dgm:pt>
    <dgm:pt modelId="{284954F1-6825-4DEE-BB2F-E5F2AE4710A6}" type="parTrans" cxnId="{2E13EDB2-1BF1-4042-B446-CEF9CB712ED6}">
      <dgm:prSet/>
      <dgm:spPr/>
      <dgm:t>
        <a:bodyPr/>
        <a:lstStyle/>
        <a:p>
          <a:endParaRPr lang="en-US"/>
        </a:p>
      </dgm:t>
    </dgm:pt>
    <dgm:pt modelId="{8A2B1314-FC9D-43DA-83AF-FB30B9900688}" type="sibTrans" cxnId="{2E13EDB2-1BF1-4042-B446-CEF9CB712ED6}">
      <dgm:prSet/>
      <dgm:spPr/>
      <dgm:t>
        <a:bodyPr/>
        <a:lstStyle/>
        <a:p>
          <a:endParaRPr lang="en-US"/>
        </a:p>
      </dgm:t>
    </dgm:pt>
    <dgm:pt modelId="{6C28A8E1-4C22-4E56-9E7D-03E586F0C774}">
      <dgm:prSet/>
      <dgm:spPr/>
      <dgm:t>
        <a:bodyPr/>
        <a:lstStyle/>
        <a:p>
          <a:r>
            <a:rPr lang="en-US"/>
            <a:t>Aiden</a:t>
          </a:r>
        </a:p>
      </dgm:t>
    </dgm:pt>
    <dgm:pt modelId="{E7F96639-0C01-4945-82CD-5A682257DF8E}" type="parTrans" cxnId="{9319FB47-4467-4121-A96F-7ED99ED2D1B6}">
      <dgm:prSet/>
      <dgm:spPr/>
      <dgm:t>
        <a:bodyPr/>
        <a:lstStyle/>
        <a:p>
          <a:endParaRPr lang="en-US"/>
        </a:p>
      </dgm:t>
    </dgm:pt>
    <dgm:pt modelId="{7EF0DCE5-0F3C-4C64-833C-EA97194146A6}" type="sibTrans" cxnId="{9319FB47-4467-4121-A96F-7ED99ED2D1B6}">
      <dgm:prSet/>
      <dgm:spPr/>
      <dgm:t>
        <a:bodyPr/>
        <a:lstStyle/>
        <a:p>
          <a:endParaRPr lang="en-US"/>
        </a:p>
      </dgm:t>
    </dgm:pt>
    <dgm:pt modelId="{1B198B03-86B9-49B2-8268-7EDD796469C3}">
      <dgm:prSet/>
      <dgm:spPr/>
      <dgm:t>
        <a:bodyPr/>
        <a:lstStyle/>
        <a:p>
          <a:r>
            <a:rPr lang="en-US"/>
            <a:t>Mitchell</a:t>
          </a:r>
        </a:p>
      </dgm:t>
    </dgm:pt>
    <dgm:pt modelId="{87FD961F-1A08-4340-A114-A01D8CA05C56}" type="parTrans" cxnId="{0F0229B1-0E56-43B5-B10D-924096A31992}">
      <dgm:prSet/>
      <dgm:spPr/>
      <dgm:t>
        <a:bodyPr/>
        <a:lstStyle/>
        <a:p>
          <a:endParaRPr lang="en-US"/>
        </a:p>
      </dgm:t>
    </dgm:pt>
    <dgm:pt modelId="{26C04A68-ABC8-4E84-84E3-79EE7419CB83}" type="sibTrans" cxnId="{0F0229B1-0E56-43B5-B10D-924096A31992}">
      <dgm:prSet/>
      <dgm:spPr/>
      <dgm:t>
        <a:bodyPr/>
        <a:lstStyle/>
        <a:p>
          <a:endParaRPr lang="en-US"/>
        </a:p>
      </dgm:t>
    </dgm:pt>
    <dgm:pt modelId="{C86AEF08-F275-4433-ACAF-AA091B6BF539}" type="pres">
      <dgm:prSet presAssocID="{8FBD59B8-9DB8-4C19-8766-9274E8D1EA3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4385C13-4186-408A-A6DB-D9975F3502E3}" type="pres">
      <dgm:prSet presAssocID="{102FE053-1D0A-4CD1-94EF-AD9AF9DA71FB}" presName="hierRoot1" presStyleCnt="0"/>
      <dgm:spPr/>
    </dgm:pt>
    <dgm:pt modelId="{03257E63-0C43-4CD5-B6D6-79E487295BE2}" type="pres">
      <dgm:prSet presAssocID="{102FE053-1D0A-4CD1-94EF-AD9AF9DA71FB}" presName="composite" presStyleCnt="0"/>
      <dgm:spPr/>
    </dgm:pt>
    <dgm:pt modelId="{DC61F13E-BB2A-4B5E-BA18-D4D788287575}" type="pres">
      <dgm:prSet presAssocID="{102FE053-1D0A-4CD1-94EF-AD9AF9DA71FB}" presName="background" presStyleLbl="node0" presStyleIdx="0" presStyleCnt="3"/>
      <dgm:spPr/>
    </dgm:pt>
    <dgm:pt modelId="{EBAAECDE-340B-4FBD-9563-872DBF3E1347}" type="pres">
      <dgm:prSet presAssocID="{102FE053-1D0A-4CD1-94EF-AD9AF9DA71FB}" presName="text" presStyleLbl="fgAcc0" presStyleIdx="0" presStyleCnt="3">
        <dgm:presLayoutVars>
          <dgm:chPref val="3"/>
        </dgm:presLayoutVars>
      </dgm:prSet>
      <dgm:spPr/>
    </dgm:pt>
    <dgm:pt modelId="{632A74B6-B057-459B-BF4D-5CBCD7F58372}" type="pres">
      <dgm:prSet presAssocID="{102FE053-1D0A-4CD1-94EF-AD9AF9DA71FB}" presName="hierChild2" presStyleCnt="0"/>
      <dgm:spPr/>
    </dgm:pt>
    <dgm:pt modelId="{22E68BED-ED0E-4FF2-974D-53F38B1FFCCB}" type="pres">
      <dgm:prSet presAssocID="{6C28A8E1-4C22-4E56-9E7D-03E586F0C774}" presName="hierRoot1" presStyleCnt="0"/>
      <dgm:spPr/>
    </dgm:pt>
    <dgm:pt modelId="{AD4FE13A-019E-42A6-84B4-3797F2F4211A}" type="pres">
      <dgm:prSet presAssocID="{6C28A8E1-4C22-4E56-9E7D-03E586F0C774}" presName="composite" presStyleCnt="0"/>
      <dgm:spPr/>
    </dgm:pt>
    <dgm:pt modelId="{75EC9B45-9A4A-483C-A693-4C5E914320DA}" type="pres">
      <dgm:prSet presAssocID="{6C28A8E1-4C22-4E56-9E7D-03E586F0C774}" presName="background" presStyleLbl="node0" presStyleIdx="1" presStyleCnt="3"/>
      <dgm:spPr/>
    </dgm:pt>
    <dgm:pt modelId="{69D21CD4-B3AD-46BA-9A37-C89D2E453C76}" type="pres">
      <dgm:prSet presAssocID="{6C28A8E1-4C22-4E56-9E7D-03E586F0C774}" presName="text" presStyleLbl="fgAcc0" presStyleIdx="1" presStyleCnt="3">
        <dgm:presLayoutVars>
          <dgm:chPref val="3"/>
        </dgm:presLayoutVars>
      </dgm:prSet>
      <dgm:spPr/>
    </dgm:pt>
    <dgm:pt modelId="{1A0F116F-0CA3-4DA4-9CA4-960ECEBFE6F2}" type="pres">
      <dgm:prSet presAssocID="{6C28A8E1-4C22-4E56-9E7D-03E586F0C774}" presName="hierChild2" presStyleCnt="0"/>
      <dgm:spPr/>
    </dgm:pt>
    <dgm:pt modelId="{C666B266-3C11-4D42-9DD2-2E62292C5A0A}" type="pres">
      <dgm:prSet presAssocID="{1B198B03-86B9-49B2-8268-7EDD796469C3}" presName="hierRoot1" presStyleCnt="0"/>
      <dgm:spPr/>
    </dgm:pt>
    <dgm:pt modelId="{059D21EE-FD96-459C-B9BC-1B60CC6836A7}" type="pres">
      <dgm:prSet presAssocID="{1B198B03-86B9-49B2-8268-7EDD796469C3}" presName="composite" presStyleCnt="0"/>
      <dgm:spPr/>
    </dgm:pt>
    <dgm:pt modelId="{84E1717B-EE7C-411D-AB13-451C278705E0}" type="pres">
      <dgm:prSet presAssocID="{1B198B03-86B9-49B2-8268-7EDD796469C3}" presName="background" presStyleLbl="node0" presStyleIdx="2" presStyleCnt="3"/>
      <dgm:spPr/>
    </dgm:pt>
    <dgm:pt modelId="{09F3BE4F-0CBD-46DE-81C1-999C4A71F3B2}" type="pres">
      <dgm:prSet presAssocID="{1B198B03-86B9-49B2-8268-7EDD796469C3}" presName="text" presStyleLbl="fgAcc0" presStyleIdx="2" presStyleCnt="3">
        <dgm:presLayoutVars>
          <dgm:chPref val="3"/>
        </dgm:presLayoutVars>
      </dgm:prSet>
      <dgm:spPr/>
    </dgm:pt>
    <dgm:pt modelId="{46BDD0D1-6656-4ABD-BA4B-7AD06B289903}" type="pres">
      <dgm:prSet presAssocID="{1B198B03-86B9-49B2-8268-7EDD796469C3}" presName="hierChild2" presStyleCnt="0"/>
      <dgm:spPr/>
    </dgm:pt>
  </dgm:ptLst>
  <dgm:cxnLst>
    <dgm:cxn modelId="{9319FB47-4467-4121-A96F-7ED99ED2D1B6}" srcId="{8FBD59B8-9DB8-4C19-8766-9274E8D1EA3E}" destId="{6C28A8E1-4C22-4E56-9E7D-03E586F0C774}" srcOrd="1" destOrd="0" parTransId="{E7F96639-0C01-4945-82CD-5A682257DF8E}" sibTransId="{7EF0DCE5-0F3C-4C64-833C-EA97194146A6}"/>
    <dgm:cxn modelId="{C9FC8C75-97AA-4FD1-8693-72521975F1A5}" type="presOf" srcId="{1B198B03-86B9-49B2-8268-7EDD796469C3}" destId="{09F3BE4F-0CBD-46DE-81C1-999C4A71F3B2}" srcOrd="0" destOrd="0" presId="urn:microsoft.com/office/officeart/2005/8/layout/hierarchy1"/>
    <dgm:cxn modelId="{32E4D890-FDB0-44EA-A601-8870FB4687A6}" type="presOf" srcId="{8FBD59B8-9DB8-4C19-8766-9274E8D1EA3E}" destId="{C86AEF08-F275-4433-ACAF-AA091B6BF539}" srcOrd="0" destOrd="0" presId="urn:microsoft.com/office/officeart/2005/8/layout/hierarchy1"/>
    <dgm:cxn modelId="{0F0229B1-0E56-43B5-B10D-924096A31992}" srcId="{8FBD59B8-9DB8-4C19-8766-9274E8D1EA3E}" destId="{1B198B03-86B9-49B2-8268-7EDD796469C3}" srcOrd="2" destOrd="0" parTransId="{87FD961F-1A08-4340-A114-A01D8CA05C56}" sibTransId="{26C04A68-ABC8-4E84-84E3-79EE7419CB83}"/>
    <dgm:cxn modelId="{2E13EDB2-1BF1-4042-B446-CEF9CB712ED6}" srcId="{8FBD59B8-9DB8-4C19-8766-9274E8D1EA3E}" destId="{102FE053-1D0A-4CD1-94EF-AD9AF9DA71FB}" srcOrd="0" destOrd="0" parTransId="{284954F1-6825-4DEE-BB2F-E5F2AE4710A6}" sibTransId="{8A2B1314-FC9D-43DA-83AF-FB30B9900688}"/>
    <dgm:cxn modelId="{707102C8-540D-439B-B5C7-73BF0B91670B}" type="presOf" srcId="{6C28A8E1-4C22-4E56-9E7D-03E586F0C774}" destId="{69D21CD4-B3AD-46BA-9A37-C89D2E453C76}" srcOrd="0" destOrd="0" presId="urn:microsoft.com/office/officeart/2005/8/layout/hierarchy1"/>
    <dgm:cxn modelId="{47D7F5CD-1DDA-42F1-A24C-E62C45D5C87F}" type="presOf" srcId="{102FE053-1D0A-4CD1-94EF-AD9AF9DA71FB}" destId="{EBAAECDE-340B-4FBD-9563-872DBF3E1347}" srcOrd="0" destOrd="0" presId="urn:microsoft.com/office/officeart/2005/8/layout/hierarchy1"/>
    <dgm:cxn modelId="{85EFA3F7-C451-42C9-9F0B-F57C25A854A1}" type="presParOf" srcId="{C86AEF08-F275-4433-ACAF-AA091B6BF539}" destId="{64385C13-4186-408A-A6DB-D9975F3502E3}" srcOrd="0" destOrd="0" presId="urn:microsoft.com/office/officeart/2005/8/layout/hierarchy1"/>
    <dgm:cxn modelId="{52F473A0-F3EA-41C1-AA7E-871191177BCA}" type="presParOf" srcId="{64385C13-4186-408A-A6DB-D9975F3502E3}" destId="{03257E63-0C43-4CD5-B6D6-79E487295BE2}" srcOrd="0" destOrd="0" presId="urn:microsoft.com/office/officeart/2005/8/layout/hierarchy1"/>
    <dgm:cxn modelId="{EBB1EDF3-588E-47E9-8F4B-0280A4E1E5A5}" type="presParOf" srcId="{03257E63-0C43-4CD5-B6D6-79E487295BE2}" destId="{DC61F13E-BB2A-4B5E-BA18-D4D788287575}" srcOrd="0" destOrd="0" presId="urn:microsoft.com/office/officeart/2005/8/layout/hierarchy1"/>
    <dgm:cxn modelId="{920391D8-1B4E-4D20-A670-74F6E4CC92B4}" type="presParOf" srcId="{03257E63-0C43-4CD5-B6D6-79E487295BE2}" destId="{EBAAECDE-340B-4FBD-9563-872DBF3E1347}" srcOrd="1" destOrd="0" presId="urn:microsoft.com/office/officeart/2005/8/layout/hierarchy1"/>
    <dgm:cxn modelId="{58DEF3C9-86CE-45FF-9F7B-9DFEA95DE2F9}" type="presParOf" srcId="{64385C13-4186-408A-A6DB-D9975F3502E3}" destId="{632A74B6-B057-459B-BF4D-5CBCD7F58372}" srcOrd="1" destOrd="0" presId="urn:microsoft.com/office/officeart/2005/8/layout/hierarchy1"/>
    <dgm:cxn modelId="{DE754714-098B-4D5D-8DAE-0DCEA4B5F6D8}" type="presParOf" srcId="{C86AEF08-F275-4433-ACAF-AA091B6BF539}" destId="{22E68BED-ED0E-4FF2-974D-53F38B1FFCCB}" srcOrd="1" destOrd="0" presId="urn:microsoft.com/office/officeart/2005/8/layout/hierarchy1"/>
    <dgm:cxn modelId="{0D9E4582-6D6C-4E44-AC7E-0CE48A160880}" type="presParOf" srcId="{22E68BED-ED0E-4FF2-974D-53F38B1FFCCB}" destId="{AD4FE13A-019E-42A6-84B4-3797F2F4211A}" srcOrd="0" destOrd="0" presId="urn:microsoft.com/office/officeart/2005/8/layout/hierarchy1"/>
    <dgm:cxn modelId="{422CA8AA-393F-428A-94FC-51D5E655387A}" type="presParOf" srcId="{AD4FE13A-019E-42A6-84B4-3797F2F4211A}" destId="{75EC9B45-9A4A-483C-A693-4C5E914320DA}" srcOrd="0" destOrd="0" presId="urn:microsoft.com/office/officeart/2005/8/layout/hierarchy1"/>
    <dgm:cxn modelId="{1FA559FD-8B70-4936-A571-ED236BCB086D}" type="presParOf" srcId="{AD4FE13A-019E-42A6-84B4-3797F2F4211A}" destId="{69D21CD4-B3AD-46BA-9A37-C89D2E453C76}" srcOrd="1" destOrd="0" presId="urn:microsoft.com/office/officeart/2005/8/layout/hierarchy1"/>
    <dgm:cxn modelId="{73013DA2-6140-4324-B24D-0B29DE614B16}" type="presParOf" srcId="{22E68BED-ED0E-4FF2-974D-53F38B1FFCCB}" destId="{1A0F116F-0CA3-4DA4-9CA4-960ECEBFE6F2}" srcOrd="1" destOrd="0" presId="urn:microsoft.com/office/officeart/2005/8/layout/hierarchy1"/>
    <dgm:cxn modelId="{CA1237FA-5A11-4ED9-A8F2-926D8529FDC8}" type="presParOf" srcId="{C86AEF08-F275-4433-ACAF-AA091B6BF539}" destId="{C666B266-3C11-4D42-9DD2-2E62292C5A0A}" srcOrd="2" destOrd="0" presId="urn:microsoft.com/office/officeart/2005/8/layout/hierarchy1"/>
    <dgm:cxn modelId="{734CD067-21F7-44E5-A9D4-E6DE7C271C70}" type="presParOf" srcId="{C666B266-3C11-4D42-9DD2-2E62292C5A0A}" destId="{059D21EE-FD96-459C-B9BC-1B60CC6836A7}" srcOrd="0" destOrd="0" presId="urn:microsoft.com/office/officeart/2005/8/layout/hierarchy1"/>
    <dgm:cxn modelId="{4AB1223C-0EF1-4509-87D7-907136400DA2}" type="presParOf" srcId="{059D21EE-FD96-459C-B9BC-1B60CC6836A7}" destId="{84E1717B-EE7C-411D-AB13-451C278705E0}" srcOrd="0" destOrd="0" presId="urn:microsoft.com/office/officeart/2005/8/layout/hierarchy1"/>
    <dgm:cxn modelId="{617FDDB6-FCAE-4CCB-A71C-58315E362F75}" type="presParOf" srcId="{059D21EE-FD96-459C-B9BC-1B60CC6836A7}" destId="{09F3BE4F-0CBD-46DE-81C1-999C4A71F3B2}" srcOrd="1" destOrd="0" presId="urn:microsoft.com/office/officeart/2005/8/layout/hierarchy1"/>
    <dgm:cxn modelId="{4FA86A1B-4DE9-4011-9199-51B0B5961B0E}" type="presParOf" srcId="{C666B266-3C11-4D42-9DD2-2E62292C5A0A}" destId="{46BDD0D1-6656-4ABD-BA4B-7AD06B28990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1F4E474-2620-403E-9B7C-ED84990BFE5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45DEB90-96D8-4433-8973-3F714E264A3C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100">
              <a:latin typeface="Aptos"/>
              <a:ea typeface="+mn-ea"/>
              <a:cs typeface="+mn-cs"/>
            </a:rPr>
            <a:t>Basic Client Application</a:t>
          </a:r>
        </a:p>
      </dgm:t>
    </dgm:pt>
    <dgm:pt modelId="{C5DF5328-D6D0-4AB7-8494-CE4420EC7273}" type="parTrans" cxnId="{E465762A-96B7-474C-91FE-F5E34C7AE219}">
      <dgm:prSet/>
      <dgm:spPr/>
      <dgm:t>
        <a:bodyPr/>
        <a:lstStyle/>
        <a:p>
          <a:endParaRPr lang="en-US"/>
        </a:p>
      </dgm:t>
    </dgm:pt>
    <dgm:pt modelId="{ADAE7D47-8FAF-4EDF-88DE-E91C4E251A96}" type="sibTrans" cxnId="{E465762A-96B7-474C-91FE-F5E34C7AE219}">
      <dgm:prSet/>
      <dgm:spPr/>
      <dgm:t>
        <a:bodyPr/>
        <a:lstStyle/>
        <a:p>
          <a:endParaRPr lang="en-US"/>
        </a:p>
      </dgm:t>
    </dgm:pt>
    <dgm:pt modelId="{D143F780-38F1-4031-B9C8-5445A62E46D6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100">
              <a:latin typeface="Aptos" panose="02110004020202020204"/>
              <a:ea typeface="+mn-ea"/>
              <a:cs typeface="+mn-cs"/>
            </a:rPr>
            <a:t>Event Handling and User Registration</a:t>
          </a:r>
        </a:p>
      </dgm:t>
    </dgm:pt>
    <dgm:pt modelId="{AE5F7371-57DF-45A9-9FE1-4A59B75295DB}" type="parTrans" cxnId="{EC387EC1-E448-4D40-81A1-F1417A533674}">
      <dgm:prSet/>
      <dgm:spPr/>
      <dgm:t>
        <a:bodyPr/>
        <a:lstStyle/>
        <a:p>
          <a:endParaRPr lang="en-US"/>
        </a:p>
      </dgm:t>
    </dgm:pt>
    <dgm:pt modelId="{F9D99217-6DEC-4911-9DC7-9DB8CC157CD9}" type="sibTrans" cxnId="{EC387EC1-E448-4D40-81A1-F1417A533674}">
      <dgm:prSet/>
      <dgm:spPr/>
      <dgm:t>
        <a:bodyPr/>
        <a:lstStyle/>
        <a:p>
          <a:endParaRPr lang="en-US"/>
        </a:p>
      </dgm:t>
    </dgm:pt>
    <dgm:pt modelId="{0E9A509A-C89F-48A6-89DC-C52A9D0106B9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100">
              <a:latin typeface="Aptos" panose="02110004020202020204"/>
              <a:ea typeface="+mn-ea"/>
              <a:cs typeface="+mn-cs"/>
            </a:rPr>
            <a:t>SQL Database</a:t>
          </a:r>
        </a:p>
      </dgm:t>
    </dgm:pt>
    <dgm:pt modelId="{34441B63-D6B4-4527-A953-AE1032690FC7}" type="parTrans" cxnId="{D53FEBB0-46C8-413D-9F5F-95899351B132}">
      <dgm:prSet/>
      <dgm:spPr/>
      <dgm:t>
        <a:bodyPr/>
        <a:lstStyle/>
        <a:p>
          <a:endParaRPr lang="en-US"/>
        </a:p>
      </dgm:t>
    </dgm:pt>
    <dgm:pt modelId="{6A4967B9-C888-4C4B-AE18-3F58AA37CE97}" type="sibTrans" cxnId="{D53FEBB0-46C8-413D-9F5F-95899351B132}">
      <dgm:prSet/>
      <dgm:spPr/>
      <dgm:t>
        <a:bodyPr/>
        <a:lstStyle/>
        <a:p>
          <a:endParaRPr lang="en-US"/>
        </a:p>
      </dgm:t>
    </dgm:pt>
    <dgm:pt modelId="{A939F321-10A2-4F3F-A9C3-353228EE72E1}" type="pres">
      <dgm:prSet presAssocID="{51F4E474-2620-403E-9B7C-ED84990BFE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9CB7AED-1D0B-4AE3-B896-EA25A9983023}" type="pres">
      <dgm:prSet presAssocID="{545DEB90-96D8-4433-8973-3F714E264A3C}" presName="hierRoot1" presStyleCnt="0"/>
      <dgm:spPr/>
    </dgm:pt>
    <dgm:pt modelId="{A4EA63FC-AC3F-4A8B-97A7-3BF1A5979AE4}" type="pres">
      <dgm:prSet presAssocID="{545DEB90-96D8-4433-8973-3F714E264A3C}" presName="composite" presStyleCnt="0"/>
      <dgm:spPr/>
    </dgm:pt>
    <dgm:pt modelId="{E9EDF177-AB28-4344-8460-7055AC5408BE}" type="pres">
      <dgm:prSet presAssocID="{545DEB90-96D8-4433-8973-3F714E264A3C}" presName="background" presStyleLbl="node0" presStyleIdx="0" presStyleCnt="3"/>
      <dgm:spPr/>
    </dgm:pt>
    <dgm:pt modelId="{2016CAE0-BF7A-4FC0-A4CB-821A1F624E1A}" type="pres">
      <dgm:prSet presAssocID="{545DEB90-96D8-4433-8973-3F714E264A3C}" presName="text" presStyleLbl="fgAcc0" presStyleIdx="0" presStyleCnt="3">
        <dgm:presLayoutVars>
          <dgm:chPref val="3"/>
        </dgm:presLayoutVars>
      </dgm:prSet>
      <dgm:spPr/>
    </dgm:pt>
    <dgm:pt modelId="{9A4DF7B8-8A78-42F0-B8BE-3C95F13386CF}" type="pres">
      <dgm:prSet presAssocID="{545DEB90-96D8-4433-8973-3F714E264A3C}" presName="hierChild2" presStyleCnt="0"/>
      <dgm:spPr/>
    </dgm:pt>
    <dgm:pt modelId="{3BB3CD4F-3DDF-4BEC-A1E3-04A4A72C2CBC}" type="pres">
      <dgm:prSet presAssocID="{D143F780-38F1-4031-B9C8-5445A62E46D6}" presName="hierRoot1" presStyleCnt="0"/>
      <dgm:spPr/>
    </dgm:pt>
    <dgm:pt modelId="{BC80278F-AC94-45E7-A30A-50DC935CE414}" type="pres">
      <dgm:prSet presAssocID="{D143F780-38F1-4031-B9C8-5445A62E46D6}" presName="composite" presStyleCnt="0"/>
      <dgm:spPr/>
    </dgm:pt>
    <dgm:pt modelId="{0C725719-9E7E-475B-A8B3-6754E127D66D}" type="pres">
      <dgm:prSet presAssocID="{D143F780-38F1-4031-B9C8-5445A62E46D6}" presName="background" presStyleLbl="node0" presStyleIdx="1" presStyleCnt="3"/>
      <dgm:spPr/>
    </dgm:pt>
    <dgm:pt modelId="{CDAA0556-486E-46FB-BA16-48AF076C44D3}" type="pres">
      <dgm:prSet presAssocID="{D143F780-38F1-4031-B9C8-5445A62E46D6}" presName="text" presStyleLbl="fgAcc0" presStyleIdx="1" presStyleCnt="3">
        <dgm:presLayoutVars>
          <dgm:chPref val="3"/>
        </dgm:presLayoutVars>
      </dgm:prSet>
      <dgm:spPr/>
    </dgm:pt>
    <dgm:pt modelId="{90D67C37-450D-4196-9192-4697C5F16589}" type="pres">
      <dgm:prSet presAssocID="{D143F780-38F1-4031-B9C8-5445A62E46D6}" presName="hierChild2" presStyleCnt="0"/>
      <dgm:spPr/>
    </dgm:pt>
    <dgm:pt modelId="{88474855-2242-4DB3-AD10-B70B504D6081}" type="pres">
      <dgm:prSet presAssocID="{0E9A509A-C89F-48A6-89DC-C52A9D0106B9}" presName="hierRoot1" presStyleCnt="0"/>
      <dgm:spPr/>
    </dgm:pt>
    <dgm:pt modelId="{4FE1AFCB-8D4F-437A-9FD0-67E0C56FE2C8}" type="pres">
      <dgm:prSet presAssocID="{0E9A509A-C89F-48A6-89DC-C52A9D0106B9}" presName="composite" presStyleCnt="0"/>
      <dgm:spPr/>
    </dgm:pt>
    <dgm:pt modelId="{6546220F-C533-4065-9A00-AA8ECBDAFCE7}" type="pres">
      <dgm:prSet presAssocID="{0E9A509A-C89F-48A6-89DC-C52A9D0106B9}" presName="background" presStyleLbl="node0" presStyleIdx="2" presStyleCnt="3"/>
      <dgm:spPr/>
    </dgm:pt>
    <dgm:pt modelId="{2167F3E6-083F-4CB3-9C31-C68ED8E95F12}" type="pres">
      <dgm:prSet presAssocID="{0E9A509A-C89F-48A6-89DC-C52A9D0106B9}" presName="text" presStyleLbl="fgAcc0" presStyleIdx="2" presStyleCnt="3">
        <dgm:presLayoutVars>
          <dgm:chPref val="3"/>
        </dgm:presLayoutVars>
      </dgm:prSet>
      <dgm:spPr/>
    </dgm:pt>
    <dgm:pt modelId="{B992438A-0555-49DF-81B0-022C5547A82D}" type="pres">
      <dgm:prSet presAssocID="{0E9A509A-C89F-48A6-89DC-C52A9D0106B9}" presName="hierChild2" presStyleCnt="0"/>
      <dgm:spPr/>
    </dgm:pt>
  </dgm:ptLst>
  <dgm:cxnLst>
    <dgm:cxn modelId="{E465762A-96B7-474C-91FE-F5E34C7AE219}" srcId="{51F4E474-2620-403E-9B7C-ED84990BFE56}" destId="{545DEB90-96D8-4433-8973-3F714E264A3C}" srcOrd="0" destOrd="0" parTransId="{C5DF5328-D6D0-4AB7-8494-CE4420EC7273}" sibTransId="{ADAE7D47-8FAF-4EDF-88DE-E91C4E251A96}"/>
    <dgm:cxn modelId="{CE3CE42D-A7B5-4D4F-BAC9-D60A8E48636C}" type="presOf" srcId="{545DEB90-96D8-4433-8973-3F714E264A3C}" destId="{2016CAE0-BF7A-4FC0-A4CB-821A1F624E1A}" srcOrd="0" destOrd="0" presId="urn:microsoft.com/office/officeart/2005/8/layout/hierarchy1"/>
    <dgm:cxn modelId="{7FEDEF60-77AA-4528-8CEC-B1922D6F3161}" type="presOf" srcId="{0E9A509A-C89F-48A6-89DC-C52A9D0106B9}" destId="{2167F3E6-083F-4CB3-9C31-C68ED8E95F12}" srcOrd="0" destOrd="0" presId="urn:microsoft.com/office/officeart/2005/8/layout/hierarchy1"/>
    <dgm:cxn modelId="{793E3949-EE4A-42C0-9297-5508197069AD}" type="presOf" srcId="{D143F780-38F1-4031-B9C8-5445A62E46D6}" destId="{CDAA0556-486E-46FB-BA16-48AF076C44D3}" srcOrd="0" destOrd="0" presId="urn:microsoft.com/office/officeart/2005/8/layout/hierarchy1"/>
    <dgm:cxn modelId="{D53FEBB0-46C8-413D-9F5F-95899351B132}" srcId="{51F4E474-2620-403E-9B7C-ED84990BFE56}" destId="{0E9A509A-C89F-48A6-89DC-C52A9D0106B9}" srcOrd="2" destOrd="0" parTransId="{34441B63-D6B4-4527-A953-AE1032690FC7}" sibTransId="{6A4967B9-C888-4C4B-AE18-3F58AA37CE97}"/>
    <dgm:cxn modelId="{EC387EC1-E448-4D40-81A1-F1417A533674}" srcId="{51F4E474-2620-403E-9B7C-ED84990BFE56}" destId="{D143F780-38F1-4031-B9C8-5445A62E46D6}" srcOrd="1" destOrd="0" parTransId="{AE5F7371-57DF-45A9-9FE1-4A59B75295DB}" sibTransId="{F9D99217-6DEC-4911-9DC7-9DB8CC157CD9}"/>
    <dgm:cxn modelId="{134E38E4-0BF5-42BF-B610-0C12B30A7CC6}" type="presOf" srcId="{51F4E474-2620-403E-9B7C-ED84990BFE56}" destId="{A939F321-10A2-4F3F-A9C3-353228EE72E1}" srcOrd="0" destOrd="0" presId="urn:microsoft.com/office/officeart/2005/8/layout/hierarchy1"/>
    <dgm:cxn modelId="{6A382933-B633-48FA-A306-879C57F77CF8}" type="presParOf" srcId="{A939F321-10A2-4F3F-A9C3-353228EE72E1}" destId="{09CB7AED-1D0B-4AE3-B896-EA25A9983023}" srcOrd="0" destOrd="0" presId="urn:microsoft.com/office/officeart/2005/8/layout/hierarchy1"/>
    <dgm:cxn modelId="{438BBC34-53AD-41F0-ACA8-D1FA083F417F}" type="presParOf" srcId="{09CB7AED-1D0B-4AE3-B896-EA25A9983023}" destId="{A4EA63FC-AC3F-4A8B-97A7-3BF1A5979AE4}" srcOrd="0" destOrd="0" presId="urn:microsoft.com/office/officeart/2005/8/layout/hierarchy1"/>
    <dgm:cxn modelId="{3282CC2D-CF43-4BDA-9E57-587F0C6AD8E6}" type="presParOf" srcId="{A4EA63FC-AC3F-4A8B-97A7-3BF1A5979AE4}" destId="{E9EDF177-AB28-4344-8460-7055AC5408BE}" srcOrd="0" destOrd="0" presId="urn:microsoft.com/office/officeart/2005/8/layout/hierarchy1"/>
    <dgm:cxn modelId="{55E83B82-30A6-4327-B1CA-D37B967F301E}" type="presParOf" srcId="{A4EA63FC-AC3F-4A8B-97A7-3BF1A5979AE4}" destId="{2016CAE0-BF7A-4FC0-A4CB-821A1F624E1A}" srcOrd="1" destOrd="0" presId="urn:microsoft.com/office/officeart/2005/8/layout/hierarchy1"/>
    <dgm:cxn modelId="{FDFFCDF9-CE60-455C-8302-8F85DA47935E}" type="presParOf" srcId="{09CB7AED-1D0B-4AE3-B896-EA25A9983023}" destId="{9A4DF7B8-8A78-42F0-B8BE-3C95F13386CF}" srcOrd="1" destOrd="0" presId="urn:microsoft.com/office/officeart/2005/8/layout/hierarchy1"/>
    <dgm:cxn modelId="{246ADC44-3E5B-4BE2-99E6-F19465F55ACE}" type="presParOf" srcId="{A939F321-10A2-4F3F-A9C3-353228EE72E1}" destId="{3BB3CD4F-3DDF-4BEC-A1E3-04A4A72C2CBC}" srcOrd="1" destOrd="0" presId="urn:microsoft.com/office/officeart/2005/8/layout/hierarchy1"/>
    <dgm:cxn modelId="{DC96A654-08E2-435C-9CBF-D211CBE39D56}" type="presParOf" srcId="{3BB3CD4F-3DDF-4BEC-A1E3-04A4A72C2CBC}" destId="{BC80278F-AC94-45E7-A30A-50DC935CE414}" srcOrd="0" destOrd="0" presId="urn:microsoft.com/office/officeart/2005/8/layout/hierarchy1"/>
    <dgm:cxn modelId="{695D677E-A0C5-4483-906D-E2E133801D09}" type="presParOf" srcId="{BC80278F-AC94-45E7-A30A-50DC935CE414}" destId="{0C725719-9E7E-475B-A8B3-6754E127D66D}" srcOrd="0" destOrd="0" presId="urn:microsoft.com/office/officeart/2005/8/layout/hierarchy1"/>
    <dgm:cxn modelId="{E1659133-D0B6-4C57-A466-4BF13603684D}" type="presParOf" srcId="{BC80278F-AC94-45E7-A30A-50DC935CE414}" destId="{CDAA0556-486E-46FB-BA16-48AF076C44D3}" srcOrd="1" destOrd="0" presId="urn:microsoft.com/office/officeart/2005/8/layout/hierarchy1"/>
    <dgm:cxn modelId="{035AA0A6-F4C7-4159-AA61-FB0815517CEB}" type="presParOf" srcId="{3BB3CD4F-3DDF-4BEC-A1E3-04A4A72C2CBC}" destId="{90D67C37-450D-4196-9192-4697C5F16589}" srcOrd="1" destOrd="0" presId="urn:microsoft.com/office/officeart/2005/8/layout/hierarchy1"/>
    <dgm:cxn modelId="{6ADAAEC4-7AF8-4141-BFAF-4D5121BAEB11}" type="presParOf" srcId="{A939F321-10A2-4F3F-A9C3-353228EE72E1}" destId="{88474855-2242-4DB3-AD10-B70B504D6081}" srcOrd="2" destOrd="0" presId="urn:microsoft.com/office/officeart/2005/8/layout/hierarchy1"/>
    <dgm:cxn modelId="{C7BA4E72-EB58-450B-86CF-A856CDB11CE1}" type="presParOf" srcId="{88474855-2242-4DB3-AD10-B70B504D6081}" destId="{4FE1AFCB-8D4F-437A-9FD0-67E0C56FE2C8}" srcOrd="0" destOrd="0" presId="urn:microsoft.com/office/officeart/2005/8/layout/hierarchy1"/>
    <dgm:cxn modelId="{35886849-B81C-46F0-8E50-91541034ADE3}" type="presParOf" srcId="{4FE1AFCB-8D4F-437A-9FD0-67E0C56FE2C8}" destId="{6546220F-C533-4065-9A00-AA8ECBDAFCE7}" srcOrd="0" destOrd="0" presId="urn:microsoft.com/office/officeart/2005/8/layout/hierarchy1"/>
    <dgm:cxn modelId="{37F53660-1DDC-4E15-8596-3D56B210BF31}" type="presParOf" srcId="{4FE1AFCB-8D4F-437A-9FD0-67E0C56FE2C8}" destId="{2167F3E6-083F-4CB3-9C31-C68ED8E95F12}" srcOrd="1" destOrd="0" presId="urn:microsoft.com/office/officeart/2005/8/layout/hierarchy1"/>
    <dgm:cxn modelId="{7F4C3EDC-9ABA-44D7-84AB-61908342FB3A}" type="presParOf" srcId="{88474855-2242-4DB3-AD10-B70B504D6081}" destId="{B992438A-0555-49DF-81B0-022C5547A82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1F4E474-2620-403E-9B7C-ED84990BFE5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E9A509A-C89F-48A6-89DC-C52A9D0106B9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700">
              <a:latin typeface="Aptos"/>
              <a:ea typeface="+mn-ea"/>
              <a:cs typeface="+mn-cs"/>
            </a:rPr>
            <a:t>Good Client Communication</a:t>
          </a:r>
        </a:p>
      </dgm:t>
    </dgm:pt>
    <dgm:pt modelId="{34441B63-D6B4-4527-A953-AE1032690FC7}" type="parTrans" cxnId="{D53FEBB0-46C8-413D-9F5F-95899351B132}">
      <dgm:prSet/>
      <dgm:spPr/>
      <dgm:t>
        <a:bodyPr/>
        <a:lstStyle/>
        <a:p>
          <a:endParaRPr lang="en-US"/>
        </a:p>
      </dgm:t>
    </dgm:pt>
    <dgm:pt modelId="{6A4967B9-C888-4C4B-AE18-3F58AA37CE97}" type="sibTrans" cxnId="{D53FEBB0-46C8-413D-9F5F-95899351B132}">
      <dgm:prSet/>
      <dgm:spPr/>
      <dgm:t>
        <a:bodyPr/>
        <a:lstStyle/>
        <a:p>
          <a:endParaRPr lang="en-US"/>
        </a:p>
      </dgm:t>
    </dgm:pt>
    <dgm:pt modelId="{4F944C97-7454-4BFB-BA25-1124556C3AD3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700">
              <a:latin typeface="Aptos" panose="02110004020202020204"/>
              <a:ea typeface="+mn-ea"/>
              <a:cs typeface="+mn-cs"/>
            </a:rPr>
            <a:t>Handled Deadlines</a:t>
          </a:r>
        </a:p>
      </dgm:t>
    </dgm:pt>
    <dgm:pt modelId="{C92E3B08-94B7-4651-BDEC-0858FC4FDF69}" type="parTrans" cxnId="{06944451-C8DA-417D-BB5F-E860E254A35C}">
      <dgm:prSet/>
      <dgm:spPr/>
    </dgm:pt>
    <dgm:pt modelId="{30FEB7FE-98B1-4359-81E9-E12727D63762}" type="sibTrans" cxnId="{06944451-C8DA-417D-BB5F-E860E254A35C}">
      <dgm:prSet/>
      <dgm:spPr/>
    </dgm:pt>
    <dgm:pt modelId="{558A9EB5-DD1D-4D1C-8F82-F08965BFC3C1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700">
              <a:latin typeface="Aptos" panose="02110004020202020204"/>
              <a:ea typeface="+mn-ea"/>
              <a:cs typeface="+mn-cs"/>
            </a:rPr>
            <a:t>Gathered Necessary Knowledge to Move Forward</a:t>
          </a:r>
        </a:p>
      </dgm:t>
    </dgm:pt>
    <dgm:pt modelId="{1EC0410E-F894-4F45-B477-39E40C2738C2}" type="parTrans" cxnId="{A2EBD1F7-1D4E-4942-A5CF-9E93C9A6E568}">
      <dgm:prSet/>
      <dgm:spPr/>
    </dgm:pt>
    <dgm:pt modelId="{6AABEA56-A3AA-489D-B1D0-7D1943D3750F}" type="sibTrans" cxnId="{A2EBD1F7-1D4E-4942-A5CF-9E93C9A6E568}">
      <dgm:prSet/>
      <dgm:spPr/>
    </dgm:pt>
    <dgm:pt modelId="{A939F321-10A2-4F3F-A9C3-353228EE72E1}" type="pres">
      <dgm:prSet presAssocID="{51F4E474-2620-403E-9B7C-ED84990BFE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474855-2242-4DB3-AD10-B70B504D6081}" type="pres">
      <dgm:prSet presAssocID="{0E9A509A-C89F-48A6-89DC-C52A9D0106B9}" presName="hierRoot1" presStyleCnt="0"/>
      <dgm:spPr/>
    </dgm:pt>
    <dgm:pt modelId="{4FE1AFCB-8D4F-437A-9FD0-67E0C56FE2C8}" type="pres">
      <dgm:prSet presAssocID="{0E9A509A-C89F-48A6-89DC-C52A9D0106B9}" presName="composite" presStyleCnt="0"/>
      <dgm:spPr/>
    </dgm:pt>
    <dgm:pt modelId="{6546220F-C533-4065-9A00-AA8ECBDAFCE7}" type="pres">
      <dgm:prSet presAssocID="{0E9A509A-C89F-48A6-89DC-C52A9D0106B9}" presName="background" presStyleLbl="node0" presStyleIdx="0" presStyleCnt="3"/>
      <dgm:spPr/>
    </dgm:pt>
    <dgm:pt modelId="{2167F3E6-083F-4CB3-9C31-C68ED8E95F12}" type="pres">
      <dgm:prSet presAssocID="{0E9A509A-C89F-48A6-89DC-C52A9D0106B9}" presName="text" presStyleLbl="fgAcc0" presStyleIdx="0" presStyleCnt="3">
        <dgm:presLayoutVars>
          <dgm:chPref val="3"/>
        </dgm:presLayoutVars>
      </dgm:prSet>
      <dgm:spPr/>
    </dgm:pt>
    <dgm:pt modelId="{B992438A-0555-49DF-81B0-022C5547A82D}" type="pres">
      <dgm:prSet presAssocID="{0E9A509A-C89F-48A6-89DC-C52A9D0106B9}" presName="hierChild2" presStyleCnt="0"/>
      <dgm:spPr/>
    </dgm:pt>
    <dgm:pt modelId="{2C38AF22-BE80-4739-861C-40D6097A186C}" type="pres">
      <dgm:prSet presAssocID="{4F944C97-7454-4BFB-BA25-1124556C3AD3}" presName="hierRoot1" presStyleCnt="0"/>
      <dgm:spPr/>
    </dgm:pt>
    <dgm:pt modelId="{68D80487-DE9E-4953-BF14-F2D3D5EEFF2A}" type="pres">
      <dgm:prSet presAssocID="{4F944C97-7454-4BFB-BA25-1124556C3AD3}" presName="composite" presStyleCnt="0"/>
      <dgm:spPr/>
    </dgm:pt>
    <dgm:pt modelId="{073A9A3A-7F78-4539-B4B3-46A2C8A2015C}" type="pres">
      <dgm:prSet presAssocID="{4F944C97-7454-4BFB-BA25-1124556C3AD3}" presName="background" presStyleLbl="node0" presStyleIdx="1" presStyleCnt="3"/>
      <dgm:spPr/>
    </dgm:pt>
    <dgm:pt modelId="{E2D28AD1-0CFD-4B9D-8BF9-6A7889D55057}" type="pres">
      <dgm:prSet presAssocID="{4F944C97-7454-4BFB-BA25-1124556C3AD3}" presName="text" presStyleLbl="fgAcc0" presStyleIdx="1" presStyleCnt="3">
        <dgm:presLayoutVars>
          <dgm:chPref val="3"/>
        </dgm:presLayoutVars>
      </dgm:prSet>
      <dgm:spPr/>
    </dgm:pt>
    <dgm:pt modelId="{40698555-A09F-409E-84B6-A5D1982C6754}" type="pres">
      <dgm:prSet presAssocID="{4F944C97-7454-4BFB-BA25-1124556C3AD3}" presName="hierChild2" presStyleCnt="0"/>
      <dgm:spPr/>
    </dgm:pt>
    <dgm:pt modelId="{65E0B7DC-AD3A-42F2-B614-4615654B3AFC}" type="pres">
      <dgm:prSet presAssocID="{558A9EB5-DD1D-4D1C-8F82-F08965BFC3C1}" presName="hierRoot1" presStyleCnt="0"/>
      <dgm:spPr/>
    </dgm:pt>
    <dgm:pt modelId="{5AB1B804-767E-47D7-85FF-69786B4AD20B}" type="pres">
      <dgm:prSet presAssocID="{558A9EB5-DD1D-4D1C-8F82-F08965BFC3C1}" presName="composite" presStyleCnt="0"/>
      <dgm:spPr/>
    </dgm:pt>
    <dgm:pt modelId="{6B926DC2-4CC1-4ADA-90A9-06C9B796B37D}" type="pres">
      <dgm:prSet presAssocID="{558A9EB5-DD1D-4D1C-8F82-F08965BFC3C1}" presName="background" presStyleLbl="node0" presStyleIdx="2" presStyleCnt="3"/>
      <dgm:spPr/>
    </dgm:pt>
    <dgm:pt modelId="{D5FEDD0D-F09C-4DB8-9EAF-28261CB8064C}" type="pres">
      <dgm:prSet presAssocID="{558A9EB5-DD1D-4D1C-8F82-F08965BFC3C1}" presName="text" presStyleLbl="fgAcc0" presStyleIdx="2" presStyleCnt="3">
        <dgm:presLayoutVars>
          <dgm:chPref val="3"/>
        </dgm:presLayoutVars>
      </dgm:prSet>
      <dgm:spPr/>
    </dgm:pt>
    <dgm:pt modelId="{300DDD49-E5CE-4BEA-94AE-7F3E83409E27}" type="pres">
      <dgm:prSet presAssocID="{558A9EB5-DD1D-4D1C-8F82-F08965BFC3C1}" presName="hierChild2" presStyleCnt="0"/>
      <dgm:spPr/>
    </dgm:pt>
  </dgm:ptLst>
  <dgm:cxnLst>
    <dgm:cxn modelId="{156BF818-6D72-40EE-AC15-D508E52D4E72}" type="presOf" srcId="{4F944C97-7454-4BFB-BA25-1124556C3AD3}" destId="{E2D28AD1-0CFD-4B9D-8BF9-6A7889D55057}" srcOrd="0" destOrd="0" presId="urn:microsoft.com/office/officeart/2005/8/layout/hierarchy1"/>
    <dgm:cxn modelId="{7678EE50-1F91-4FD5-BFAC-D30F057C5C8B}" type="presOf" srcId="{0E9A509A-C89F-48A6-89DC-C52A9D0106B9}" destId="{2167F3E6-083F-4CB3-9C31-C68ED8E95F12}" srcOrd="0" destOrd="0" presId="urn:microsoft.com/office/officeart/2005/8/layout/hierarchy1"/>
    <dgm:cxn modelId="{06944451-C8DA-417D-BB5F-E860E254A35C}" srcId="{51F4E474-2620-403E-9B7C-ED84990BFE56}" destId="{4F944C97-7454-4BFB-BA25-1124556C3AD3}" srcOrd="1" destOrd="0" parTransId="{C92E3B08-94B7-4651-BDEC-0858FC4FDF69}" sibTransId="{30FEB7FE-98B1-4359-81E9-E12727D63762}"/>
    <dgm:cxn modelId="{B68F8372-D703-45C3-A4ED-5074FD853AE5}" type="presOf" srcId="{558A9EB5-DD1D-4D1C-8F82-F08965BFC3C1}" destId="{D5FEDD0D-F09C-4DB8-9EAF-28261CB8064C}" srcOrd="0" destOrd="0" presId="urn:microsoft.com/office/officeart/2005/8/layout/hierarchy1"/>
    <dgm:cxn modelId="{D53FEBB0-46C8-413D-9F5F-95899351B132}" srcId="{51F4E474-2620-403E-9B7C-ED84990BFE56}" destId="{0E9A509A-C89F-48A6-89DC-C52A9D0106B9}" srcOrd="0" destOrd="0" parTransId="{34441B63-D6B4-4527-A953-AE1032690FC7}" sibTransId="{6A4967B9-C888-4C4B-AE18-3F58AA37CE97}"/>
    <dgm:cxn modelId="{134E38E4-0BF5-42BF-B610-0C12B30A7CC6}" type="presOf" srcId="{51F4E474-2620-403E-9B7C-ED84990BFE56}" destId="{A939F321-10A2-4F3F-A9C3-353228EE72E1}" srcOrd="0" destOrd="0" presId="urn:microsoft.com/office/officeart/2005/8/layout/hierarchy1"/>
    <dgm:cxn modelId="{A2EBD1F7-1D4E-4942-A5CF-9E93C9A6E568}" srcId="{51F4E474-2620-403E-9B7C-ED84990BFE56}" destId="{558A9EB5-DD1D-4D1C-8F82-F08965BFC3C1}" srcOrd="2" destOrd="0" parTransId="{1EC0410E-F894-4F45-B477-39E40C2738C2}" sibTransId="{6AABEA56-A3AA-489D-B1D0-7D1943D3750F}"/>
    <dgm:cxn modelId="{178CD301-6C29-4D3E-AB4C-E6C565DC87CE}" type="presParOf" srcId="{A939F321-10A2-4F3F-A9C3-353228EE72E1}" destId="{88474855-2242-4DB3-AD10-B70B504D6081}" srcOrd="0" destOrd="0" presId="urn:microsoft.com/office/officeart/2005/8/layout/hierarchy1"/>
    <dgm:cxn modelId="{116FC2A7-B09E-42F5-B9E0-0582CA6C49D1}" type="presParOf" srcId="{88474855-2242-4DB3-AD10-B70B504D6081}" destId="{4FE1AFCB-8D4F-437A-9FD0-67E0C56FE2C8}" srcOrd="0" destOrd="0" presId="urn:microsoft.com/office/officeart/2005/8/layout/hierarchy1"/>
    <dgm:cxn modelId="{DF2CA4DA-1AF4-4961-8A92-B943FCE9E88A}" type="presParOf" srcId="{4FE1AFCB-8D4F-437A-9FD0-67E0C56FE2C8}" destId="{6546220F-C533-4065-9A00-AA8ECBDAFCE7}" srcOrd="0" destOrd="0" presId="urn:microsoft.com/office/officeart/2005/8/layout/hierarchy1"/>
    <dgm:cxn modelId="{14C2B13B-1C5D-45B8-B039-EE8C78A4E7D6}" type="presParOf" srcId="{4FE1AFCB-8D4F-437A-9FD0-67E0C56FE2C8}" destId="{2167F3E6-083F-4CB3-9C31-C68ED8E95F12}" srcOrd="1" destOrd="0" presId="urn:microsoft.com/office/officeart/2005/8/layout/hierarchy1"/>
    <dgm:cxn modelId="{63DB677C-2FAF-4540-803E-80CAFFCC46F7}" type="presParOf" srcId="{88474855-2242-4DB3-AD10-B70B504D6081}" destId="{B992438A-0555-49DF-81B0-022C5547A82D}" srcOrd="1" destOrd="0" presId="urn:microsoft.com/office/officeart/2005/8/layout/hierarchy1"/>
    <dgm:cxn modelId="{F404FE99-F77A-4D53-9D9E-386993C79101}" type="presParOf" srcId="{A939F321-10A2-4F3F-A9C3-353228EE72E1}" destId="{2C38AF22-BE80-4739-861C-40D6097A186C}" srcOrd="1" destOrd="0" presId="urn:microsoft.com/office/officeart/2005/8/layout/hierarchy1"/>
    <dgm:cxn modelId="{567188D6-59F0-4636-8773-9F003B2801C6}" type="presParOf" srcId="{2C38AF22-BE80-4739-861C-40D6097A186C}" destId="{68D80487-DE9E-4953-BF14-F2D3D5EEFF2A}" srcOrd="0" destOrd="0" presId="urn:microsoft.com/office/officeart/2005/8/layout/hierarchy1"/>
    <dgm:cxn modelId="{B89C8785-05BE-452C-A902-383472EDD830}" type="presParOf" srcId="{68D80487-DE9E-4953-BF14-F2D3D5EEFF2A}" destId="{073A9A3A-7F78-4539-B4B3-46A2C8A2015C}" srcOrd="0" destOrd="0" presId="urn:microsoft.com/office/officeart/2005/8/layout/hierarchy1"/>
    <dgm:cxn modelId="{BC9D39A5-9E23-4A5A-890C-731E24807714}" type="presParOf" srcId="{68D80487-DE9E-4953-BF14-F2D3D5EEFF2A}" destId="{E2D28AD1-0CFD-4B9D-8BF9-6A7889D55057}" srcOrd="1" destOrd="0" presId="urn:microsoft.com/office/officeart/2005/8/layout/hierarchy1"/>
    <dgm:cxn modelId="{E073F719-089C-40B7-9470-990184E3F3D5}" type="presParOf" srcId="{2C38AF22-BE80-4739-861C-40D6097A186C}" destId="{40698555-A09F-409E-84B6-A5D1982C6754}" srcOrd="1" destOrd="0" presId="urn:microsoft.com/office/officeart/2005/8/layout/hierarchy1"/>
    <dgm:cxn modelId="{57DFF83A-8AEA-4631-9862-7DB582594179}" type="presParOf" srcId="{A939F321-10A2-4F3F-A9C3-353228EE72E1}" destId="{65E0B7DC-AD3A-42F2-B614-4615654B3AFC}" srcOrd="2" destOrd="0" presId="urn:microsoft.com/office/officeart/2005/8/layout/hierarchy1"/>
    <dgm:cxn modelId="{842BEB63-BEEA-4DA9-8712-8FFD8FCD9600}" type="presParOf" srcId="{65E0B7DC-AD3A-42F2-B614-4615654B3AFC}" destId="{5AB1B804-767E-47D7-85FF-69786B4AD20B}" srcOrd="0" destOrd="0" presId="urn:microsoft.com/office/officeart/2005/8/layout/hierarchy1"/>
    <dgm:cxn modelId="{F44A46FE-559D-4B2F-B38C-B8B35BB9F40E}" type="presParOf" srcId="{5AB1B804-767E-47D7-85FF-69786B4AD20B}" destId="{6B926DC2-4CC1-4ADA-90A9-06C9B796B37D}" srcOrd="0" destOrd="0" presId="urn:microsoft.com/office/officeart/2005/8/layout/hierarchy1"/>
    <dgm:cxn modelId="{5144BBC9-8634-46AF-89E2-BC2C60E0B069}" type="presParOf" srcId="{5AB1B804-767E-47D7-85FF-69786B4AD20B}" destId="{D5FEDD0D-F09C-4DB8-9EAF-28261CB8064C}" srcOrd="1" destOrd="0" presId="urn:microsoft.com/office/officeart/2005/8/layout/hierarchy1"/>
    <dgm:cxn modelId="{CD9049B6-37A1-4B77-9ED3-7305741D378A}" type="presParOf" srcId="{65E0B7DC-AD3A-42F2-B614-4615654B3AFC}" destId="{300DDD49-E5CE-4BEA-94AE-7F3E83409E2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FF094D-56FB-4564-A41E-01F6FBED6FA2}">
      <dsp:nvSpPr>
        <dsp:cNvPr id="0" name=""/>
        <dsp:cNvSpPr/>
      </dsp:nvSpPr>
      <dsp:spPr>
        <a:xfrm>
          <a:off x="3040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38DB45-BAA8-4BD0-9124-E53FBF6B17A5}">
      <dsp:nvSpPr>
        <dsp:cNvPr id="0" name=""/>
        <dsp:cNvSpPr/>
      </dsp:nvSpPr>
      <dsp:spPr>
        <a:xfrm>
          <a:off x="244258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"/>
              <a:ea typeface="+mn-ea"/>
              <a:cs typeface="+mn-cs"/>
            </a:rPr>
            <a:t>Gather Documentation Info from Client</a:t>
          </a:r>
        </a:p>
      </dsp:txBody>
      <dsp:txXfrm>
        <a:off x="284635" y="1070626"/>
        <a:ext cx="2090204" cy="1297804"/>
      </dsp:txXfrm>
    </dsp:sp>
    <dsp:sp modelId="{01FF04EE-323C-4C2E-9BCD-3F10E8C1488D}">
      <dsp:nvSpPr>
        <dsp:cNvPr id="0" name=""/>
        <dsp:cNvSpPr/>
      </dsp:nvSpPr>
      <dsp:spPr>
        <a:xfrm>
          <a:off x="2656434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65D31-EA13-4E38-82FC-2FF8B812044C}">
      <dsp:nvSpPr>
        <dsp:cNvPr id="0" name=""/>
        <dsp:cNvSpPr/>
      </dsp:nvSpPr>
      <dsp:spPr>
        <a:xfrm>
          <a:off x="2897652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"/>
              <a:ea typeface="+mn-ea"/>
              <a:cs typeface="+mn-cs"/>
            </a:rPr>
            <a:t>Create Description and Specification Documentation</a:t>
          </a:r>
        </a:p>
      </dsp:txBody>
      <dsp:txXfrm>
        <a:off x="2938029" y="1070626"/>
        <a:ext cx="2090204" cy="1297804"/>
      </dsp:txXfrm>
    </dsp:sp>
    <dsp:sp modelId="{83721921-0DA1-46C9-BC6D-421949A5615E}">
      <dsp:nvSpPr>
        <dsp:cNvPr id="0" name=""/>
        <dsp:cNvSpPr/>
      </dsp:nvSpPr>
      <dsp:spPr>
        <a:xfrm>
          <a:off x="5309828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ECD39-79A2-4018-84A4-EF5BA2989278}">
      <dsp:nvSpPr>
        <dsp:cNvPr id="0" name=""/>
        <dsp:cNvSpPr/>
      </dsp:nvSpPr>
      <dsp:spPr>
        <a:xfrm>
          <a:off x="5551046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"/>
              <a:ea typeface="+mn-ea"/>
              <a:cs typeface="+mn-cs"/>
            </a:rPr>
            <a:t>Identify language, libraries, and stack</a:t>
          </a:r>
        </a:p>
      </dsp:txBody>
      <dsp:txXfrm>
        <a:off x="5591423" y="1070626"/>
        <a:ext cx="2090204" cy="1297804"/>
      </dsp:txXfrm>
    </dsp:sp>
    <dsp:sp modelId="{61948F28-DBC9-4779-A843-7A3B565FC474}">
      <dsp:nvSpPr>
        <dsp:cNvPr id="0" name=""/>
        <dsp:cNvSpPr/>
      </dsp:nvSpPr>
      <dsp:spPr>
        <a:xfrm>
          <a:off x="7963222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649449-DD1A-43F1-BAA0-4298EE00AEDD}">
      <dsp:nvSpPr>
        <dsp:cNvPr id="0" name=""/>
        <dsp:cNvSpPr/>
      </dsp:nvSpPr>
      <dsp:spPr>
        <a:xfrm>
          <a:off x="8204440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"/>
              <a:ea typeface="+mn-ea"/>
              <a:cs typeface="+mn-cs"/>
            </a:rPr>
            <a:t>Prepare a simple home server </a:t>
          </a:r>
        </a:p>
      </dsp:txBody>
      <dsp:txXfrm>
        <a:off x="8244817" y="1070626"/>
        <a:ext cx="2090204" cy="12978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351279-1B2D-42FD-83CC-9A21D8EE44D1}">
      <dsp:nvSpPr>
        <dsp:cNvPr id="0" name=""/>
        <dsp:cNvSpPr/>
      </dsp:nvSpPr>
      <dsp:spPr>
        <a:xfrm>
          <a:off x="3040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1D2E56-A028-4C57-8A56-5987C365A1D9}">
      <dsp:nvSpPr>
        <dsp:cNvPr id="0" name=""/>
        <dsp:cNvSpPr/>
      </dsp:nvSpPr>
      <dsp:spPr>
        <a:xfrm>
          <a:off x="244258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"/>
              <a:ea typeface="Calibri"/>
              <a:cs typeface="Calibri"/>
            </a:rPr>
            <a:t>Create Project Overview Documents</a:t>
          </a:r>
        </a:p>
      </dsp:txBody>
      <dsp:txXfrm>
        <a:off x="284635" y="1070626"/>
        <a:ext cx="2090204" cy="1297804"/>
      </dsp:txXfrm>
    </dsp:sp>
    <dsp:sp modelId="{C6FF094D-56FB-4564-A41E-01F6FBED6FA2}">
      <dsp:nvSpPr>
        <dsp:cNvPr id="0" name=""/>
        <dsp:cNvSpPr/>
      </dsp:nvSpPr>
      <dsp:spPr>
        <a:xfrm>
          <a:off x="2656434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38DB45-BAA8-4BD0-9124-E53FBF6B17A5}">
      <dsp:nvSpPr>
        <dsp:cNvPr id="0" name=""/>
        <dsp:cNvSpPr/>
      </dsp:nvSpPr>
      <dsp:spPr>
        <a:xfrm>
          <a:off x="2897652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"/>
              <a:ea typeface="+mn-ea"/>
              <a:cs typeface="+mn-cs"/>
            </a:rPr>
            <a:t>Create Requirements Document</a:t>
          </a:r>
        </a:p>
      </dsp:txBody>
      <dsp:txXfrm>
        <a:off x="2938029" y="1070626"/>
        <a:ext cx="2090204" cy="1297804"/>
      </dsp:txXfrm>
    </dsp:sp>
    <dsp:sp modelId="{83721921-0DA1-46C9-BC6D-421949A5615E}">
      <dsp:nvSpPr>
        <dsp:cNvPr id="0" name=""/>
        <dsp:cNvSpPr/>
      </dsp:nvSpPr>
      <dsp:spPr>
        <a:xfrm>
          <a:off x="5309828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ECD39-79A2-4018-84A4-EF5BA2989278}">
      <dsp:nvSpPr>
        <dsp:cNvPr id="0" name=""/>
        <dsp:cNvSpPr/>
      </dsp:nvSpPr>
      <dsp:spPr>
        <a:xfrm>
          <a:off x="5551046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"/>
              <a:ea typeface="+mn-ea"/>
              <a:cs typeface="+mn-cs"/>
            </a:rPr>
            <a:t>Establish Client Baseline</a:t>
          </a:r>
        </a:p>
      </dsp:txBody>
      <dsp:txXfrm>
        <a:off x="5591423" y="1070626"/>
        <a:ext cx="2090204" cy="1297804"/>
      </dsp:txXfrm>
    </dsp:sp>
    <dsp:sp modelId="{61948F28-DBC9-4779-A843-7A3B565FC474}">
      <dsp:nvSpPr>
        <dsp:cNvPr id="0" name=""/>
        <dsp:cNvSpPr/>
      </dsp:nvSpPr>
      <dsp:spPr>
        <a:xfrm>
          <a:off x="7963222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649449-DD1A-43F1-BAA0-4298EE00AEDD}">
      <dsp:nvSpPr>
        <dsp:cNvPr id="0" name=""/>
        <dsp:cNvSpPr/>
      </dsp:nvSpPr>
      <dsp:spPr>
        <a:xfrm>
          <a:off x="8204440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"/>
              <a:ea typeface="+mn-ea"/>
              <a:cs typeface="+mn-cs"/>
            </a:rPr>
            <a:t>Identify Stack and Prepare Demo</a:t>
          </a:r>
        </a:p>
      </dsp:txBody>
      <dsp:txXfrm>
        <a:off x="8244817" y="1070626"/>
        <a:ext cx="2090204" cy="12978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21921-0DA1-46C9-BC6D-421949A5615E}">
      <dsp:nvSpPr>
        <dsp:cNvPr id="0" name=""/>
        <dsp:cNvSpPr/>
      </dsp:nvSpPr>
      <dsp:spPr>
        <a:xfrm>
          <a:off x="0" y="820705"/>
          <a:ext cx="2117993" cy="13449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ECD39-79A2-4018-84A4-EF5BA2989278}">
      <dsp:nvSpPr>
        <dsp:cNvPr id="0" name=""/>
        <dsp:cNvSpPr/>
      </dsp:nvSpPr>
      <dsp:spPr>
        <a:xfrm>
          <a:off x="235332" y="1044271"/>
          <a:ext cx="2117993" cy="13449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Aptos"/>
              <a:ea typeface="+mn-ea"/>
              <a:cs typeface="+mn-cs"/>
            </a:rPr>
            <a:t>4 Client Meetings</a:t>
          </a:r>
        </a:p>
      </dsp:txBody>
      <dsp:txXfrm>
        <a:off x="274724" y="1083663"/>
        <a:ext cx="2039209" cy="12661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FF094D-56FB-4564-A41E-01F6FBED6FA2}">
      <dsp:nvSpPr>
        <dsp:cNvPr id="0" name=""/>
        <dsp:cNvSpPr/>
      </dsp:nvSpPr>
      <dsp:spPr>
        <a:xfrm>
          <a:off x="3040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38DB45-BAA8-4BD0-9124-E53FBF6B17A5}">
      <dsp:nvSpPr>
        <dsp:cNvPr id="0" name=""/>
        <dsp:cNvSpPr/>
      </dsp:nvSpPr>
      <dsp:spPr>
        <a:xfrm>
          <a:off x="244258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"/>
              <a:ea typeface="+mn-ea"/>
              <a:cs typeface="+mn-cs"/>
            </a:rPr>
            <a:t>End-to-end Encrypted</a:t>
          </a:r>
        </a:p>
      </dsp:txBody>
      <dsp:txXfrm>
        <a:off x="284635" y="1070626"/>
        <a:ext cx="2090204" cy="1297804"/>
      </dsp:txXfrm>
    </dsp:sp>
    <dsp:sp modelId="{01FF04EE-323C-4C2E-9BCD-3F10E8C1488D}">
      <dsp:nvSpPr>
        <dsp:cNvPr id="0" name=""/>
        <dsp:cNvSpPr/>
      </dsp:nvSpPr>
      <dsp:spPr>
        <a:xfrm>
          <a:off x="2656434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65D31-EA13-4E38-82FC-2FF8B812044C}">
      <dsp:nvSpPr>
        <dsp:cNvPr id="0" name=""/>
        <dsp:cNvSpPr/>
      </dsp:nvSpPr>
      <dsp:spPr>
        <a:xfrm>
          <a:off x="2897652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"/>
              <a:ea typeface="+mn-ea"/>
              <a:cs typeface="+mn-cs"/>
            </a:rPr>
            <a:t>Decentralized</a:t>
          </a:r>
        </a:p>
      </dsp:txBody>
      <dsp:txXfrm>
        <a:off x="2938029" y="1070626"/>
        <a:ext cx="2090204" cy="1297804"/>
      </dsp:txXfrm>
    </dsp:sp>
    <dsp:sp modelId="{83721921-0DA1-46C9-BC6D-421949A5615E}">
      <dsp:nvSpPr>
        <dsp:cNvPr id="0" name=""/>
        <dsp:cNvSpPr/>
      </dsp:nvSpPr>
      <dsp:spPr>
        <a:xfrm>
          <a:off x="5309828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ECD39-79A2-4018-84A4-EF5BA2989278}">
      <dsp:nvSpPr>
        <dsp:cNvPr id="0" name=""/>
        <dsp:cNvSpPr/>
      </dsp:nvSpPr>
      <dsp:spPr>
        <a:xfrm>
          <a:off x="5551046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"/>
              <a:ea typeface="+mn-ea"/>
              <a:cs typeface="+mn-cs"/>
            </a:rPr>
            <a:t>Utilizing Post-Quantum Encryption</a:t>
          </a:r>
        </a:p>
      </dsp:txBody>
      <dsp:txXfrm>
        <a:off x="5591423" y="1070626"/>
        <a:ext cx="2090204" cy="1297804"/>
      </dsp:txXfrm>
    </dsp:sp>
    <dsp:sp modelId="{61948F28-DBC9-4779-A843-7A3B565FC474}">
      <dsp:nvSpPr>
        <dsp:cNvPr id="0" name=""/>
        <dsp:cNvSpPr/>
      </dsp:nvSpPr>
      <dsp:spPr>
        <a:xfrm>
          <a:off x="7963222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649449-DD1A-43F1-BAA0-4298EE00AEDD}">
      <dsp:nvSpPr>
        <dsp:cNvPr id="0" name=""/>
        <dsp:cNvSpPr/>
      </dsp:nvSpPr>
      <dsp:spPr>
        <a:xfrm>
          <a:off x="8204440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"/>
              <a:ea typeface="+mn-ea"/>
              <a:cs typeface="+mn-cs"/>
            </a:rPr>
            <a:t>Chat Application</a:t>
          </a:r>
        </a:p>
      </dsp:txBody>
      <dsp:txXfrm>
        <a:off x="8244817" y="1070626"/>
        <a:ext cx="2090204" cy="12978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90F19-97B6-4EF8-8FC2-735737579FAD}">
      <dsp:nvSpPr>
        <dsp:cNvPr id="0" name=""/>
        <dsp:cNvSpPr/>
      </dsp:nvSpPr>
      <dsp:spPr>
        <a:xfrm>
          <a:off x="41722" y="1158728"/>
          <a:ext cx="892445" cy="89244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5D5536-BFAE-4827-8F8C-EE3DC7CC24CF}">
      <dsp:nvSpPr>
        <dsp:cNvPr id="0" name=""/>
        <dsp:cNvSpPr/>
      </dsp:nvSpPr>
      <dsp:spPr>
        <a:xfrm>
          <a:off x="229135" y="1346141"/>
          <a:ext cx="517618" cy="5176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1D981-ED83-4EF9-AC25-80CB2AC2AE81}">
      <dsp:nvSpPr>
        <dsp:cNvPr id="0" name=""/>
        <dsp:cNvSpPr/>
      </dsp:nvSpPr>
      <dsp:spPr>
        <a:xfrm>
          <a:off x="1125406" y="1158728"/>
          <a:ext cx="2103621" cy="892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Access Chat Application</a:t>
          </a:r>
        </a:p>
      </dsp:txBody>
      <dsp:txXfrm>
        <a:off x="1125406" y="1158728"/>
        <a:ext cx="2103621" cy="892445"/>
      </dsp:txXfrm>
    </dsp:sp>
    <dsp:sp modelId="{87F11492-FABD-49A8-8FF0-143CAB7455F0}">
      <dsp:nvSpPr>
        <dsp:cNvPr id="0" name=""/>
        <dsp:cNvSpPr/>
      </dsp:nvSpPr>
      <dsp:spPr>
        <a:xfrm>
          <a:off x="3595567" y="1158728"/>
          <a:ext cx="892445" cy="89244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089F47-E590-4333-B16D-B59E7FEB79FA}">
      <dsp:nvSpPr>
        <dsp:cNvPr id="0" name=""/>
        <dsp:cNvSpPr/>
      </dsp:nvSpPr>
      <dsp:spPr>
        <a:xfrm>
          <a:off x="3782981" y="1346141"/>
          <a:ext cx="517618" cy="5176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B78E8-8815-4590-844F-EFDA89CC2684}">
      <dsp:nvSpPr>
        <dsp:cNvPr id="0" name=""/>
        <dsp:cNvSpPr/>
      </dsp:nvSpPr>
      <dsp:spPr>
        <a:xfrm>
          <a:off x="4679251" y="1158728"/>
          <a:ext cx="2103621" cy="892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Connect to Client-Server</a:t>
          </a:r>
        </a:p>
      </dsp:txBody>
      <dsp:txXfrm>
        <a:off x="4679251" y="1158728"/>
        <a:ext cx="2103621" cy="892445"/>
      </dsp:txXfrm>
    </dsp:sp>
    <dsp:sp modelId="{E698DDD0-7C76-4118-927A-7AA948BB84CA}">
      <dsp:nvSpPr>
        <dsp:cNvPr id="0" name=""/>
        <dsp:cNvSpPr/>
      </dsp:nvSpPr>
      <dsp:spPr>
        <a:xfrm>
          <a:off x="7149412" y="1158728"/>
          <a:ext cx="892445" cy="89244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6DDD20-4F5B-4105-A559-A52C45552A7E}">
      <dsp:nvSpPr>
        <dsp:cNvPr id="0" name=""/>
        <dsp:cNvSpPr/>
      </dsp:nvSpPr>
      <dsp:spPr>
        <a:xfrm>
          <a:off x="7336826" y="1346141"/>
          <a:ext cx="517618" cy="5176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2373A-52D9-4A91-BB4B-8C49038E8AD9}">
      <dsp:nvSpPr>
        <dsp:cNvPr id="0" name=""/>
        <dsp:cNvSpPr/>
      </dsp:nvSpPr>
      <dsp:spPr>
        <a:xfrm>
          <a:off x="8233096" y="1158728"/>
          <a:ext cx="2103621" cy="892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Send Messages</a:t>
          </a:r>
        </a:p>
      </dsp:txBody>
      <dsp:txXfrm>
        <a:off x="8233096" y="1158728"/>
        <a:ext cx="2103621" cy="8924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EFD6F-BD90-4DBD-AA69-E2239219B759}">
      <dsp:nvSpPr>
        <dsp:cNvPr id="0" name=""/>
        <dsp:cNvSpPr/>
      </dsp:nvSpPr>
      <dsp:spPr>
        <a:xfrm>
          <a:off x="2428048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73F697-0D59-46DB-A7E6-EAED593600DF}">
      <dsp:nvSpPr>
        <dsp:cNvPr id="0" name=""/>
        <dsp:cNvSpPr/>
      </dsp:nvSpPr>
      <dsp:spPr>
        <a:xfrm>
          <a:off x="2830235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0BCEA-31B3-4680-A49D-D5AA471531DA}">
      <dsp:nvSpPr>
        <dsp:cNvPr id="0" name=""/>
        <dsp:cNvSpPr/>
      </dsp:nvSpPr>
      <dsp:spPr>
        <a:xfrm>
          <a:off x="1824766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Establish an Encrypted Conversation</a:t>
          </a:r>
        </a:p>
      </dsp:txBody>
      <dsp:txXfrm>
        <a:off x="1824766" y="2482451"/>
        <a:ext cx="3093750" cy="720000"/>
      </dsp:txXfrm>
    </dsp:sp>
    <dsp:sp modelId="{58F2432C-100A-45E5-ADF2-0932649EAC6B}">
      <dsp:nvSpPr>
        <dsp:cNvPr id="0" name=""/>
        <dsp:cNvSpPr/>
      </dsp:nvSpPr>
      <dsp:spPr>
        <a:xfrm>
          <a:off x="6063204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02DD4-5A87-4D8D-BF6E-7D2EC755A790}">
      <dsp:nvSpPr>
        <dsp:cNvPr id="0" name=""/>
        <dsp:cNvSpPr/>
      </dsp:nvSpPr>
      <dsp:spPr>
        <a:xfrm>
          <a:off x="6465391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94581-0B23-45AF-BB3C-17652E0CB769}">
      <dsp:nvSpPr>
        <dsp:cNvPr id="0" name=""/>
        <dsp:cNvSpPr/>
      </dsp:nvSpPr>
      <dsp:spPr>
        <a:xfrm>
          <a:off x="5459923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Send an End-to-End Encrypted Message</a:t>
          </a:r>
        </a:p>
      </dsp:txBody>
      <dsp:txXfrm>
        <a:off x="5459923" y="2482451"/>
        <a:ext cx="3093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FF094D-56FB-4564-A41E-01F6FBED6FA2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38DB45-BAA8-4BD0-9124-E53FBF6B17A5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err="1">
              <a:latin typeface="Aptos"/>
              <a:ea typeface="+mn-ea"/>
              <a:cs typeface="+mn-cs"/>
            </a:rPr>
            <a:t>Whatsapp</a:t>
          </a:r>
          <a:endParaRPr lang="en-US" sz="4400" kern="1200">
            <a:latin typeface="Aptos"/>
            <a:ea typeface="+mn-ea"/>
            <a:cs typeface="+mn-cs"/>
          </a:endParaRPr>
        </a:p>
      </dsp:txBody>
      <dsp:txXfrm>
        <a:off x="378614" y="886531"/>
        <a:ext cx="2810360" cy="1744948"/>
      </dsp:txXfrm>
    </dsp:sp>
    <dsp:sp modelId="{01FF04EE-323C-4C2E-9BCD-3F10E8C1488D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65D31-EA13-4E38-82FC-2FF8B812044C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latin typeface="Aptos"/>
              <a:ea typeface="+mn-ea"/>
              <a:cs typeface="+mn-cs"/>
            </a:rPr>
            <a:t>Matrix</a:t>
          </a:r>
        </a:p>
      </dsp:txBody>
      <dsp:txXfrm>
        <a:off x="3946203" y="886531"/>
        <a:ext cx="2810360" cy="1744948"/>
      </dsp:txXfrm>
    </dsp:sp>
    <dsp:sp modelId="{83721921-0DA1-46C9-BC6D-421949A5615E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ECD39-79A2-4018-84A4-EF5BA2989278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latin typeface="Aptos"/>
              <a:ea typeface="+mn-ea"/>
              <a:cs typeface="+mn-cs"/>
            </a:rPr>
            <a:t>Signal</a:t>
          </a:r>
        </a:p>
      </dsp:txBody>
      <dsp:txXfrm>
        <a:off x="7513791" y="886531"/>
        <a:ext cx="2810360" cy="17449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DF177-AB28-4344-8460-7055AC5408BE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6CAE0-BF7A-4FC0-A4CB-821A1F624E1A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James</a:t>
          </a:r>
        </a:p>
      </dsp:txBody>
      <dsp:txXfrm>
        <a:off x="378614" y="886531"/>
        <a:ext cx="2810360" cy="1744948"/>
      </dsp:txXfrm>
    </dsp:sp>
    <dsp:sp modelId="{0C725719-9E7E-475B-A8B3-6754E127D66D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A0556-486E-46FB-BA16-48AF076C44D3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Aiden</a:t>
          </a:r>
        </a:p>
      </dsp:txBody>
      <dsp:txXfrm>
        <a:off x="3946203" y="886531"/>
        <a:ext cx="2810360" cy="1744948"/>
      </dsp:txXfrm>
    </dsp:sp>
    <dsp:sp modelId="{6546220F-C533-4065-9A00-AA8ECBDAFCE7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7F3E6-083F-4CB3-9C31-C68ED8E95F12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Mitchell</a:t>
          </a:r>
        </a:p>
      </dsp:txBody>
      <dsp:txXfrm>
        <a:off x="7513791" y="886531"/>
        <a:ext cx="2810360" cy="17449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61F13E-BB2A-4B5E-BA18-D4D788287575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AAECDE-340B-4FBD-9563-872DBF3E1347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James</a:t>
          </a:r>
        </a:p>
      </dsp:txBody>
      <dsp:txXfrm>
        <a:off x="378614" y="886531"/>
        <a:ext cx="2810360" cy="1744948"/>
      </dsp:txXfrm>
    </dsp:sp>
    <dsp:sp modelId="{75EC9B45-9A4A-483C-A693-4C5E914320DA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D21CD4-B3AD-46BA-9A37-C89D2E453C76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Aiden</a:t>
          </a:r>
        </a:p>
      </dsp:txBody>
      <dsp:txXfrm>
        <a:off x="3946203" y="886531"/>
        <a:ext cx="2810360" cy="1744948"/>
      </dsp:txXfrm>
    </dsp:sp>
    <dsp:sp modelId="{84E1717B-EE7C-411D-AB13-451C278705E0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3BE4F-0CBD-46DE-81C1-999C4A71F3B2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Mitchell</a:t>
          </a:r>
        </a:p>
      </dsp:txBody>
      <dsp:txXfrm>
        <a:off x="7513791" y="886531"/>
        <a:ext cx="2810360" cy="174494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DF177-AB28-4344-8460-7055AC5408BE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6CAE0-BF7A-4FC0-A4CB-821A1F624E1A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Aptos"/>
              <a:ea typeface="+mn-ea"/>
              <a:cs typeface="+mn-cs"/>
            </a:rPr>
            <a:t>Basic Client Application</a:t>
          </a:r>
        </a:p>
      </dsp:txBody>
      <dsp:txXfrm>
        <a:off x="378614" y="886531"/>
        <a:ext cx="2810360" cy="1744948"/>
      </dsp:txXfrm>
    </dsp:sp>
    <dsp:sp modelId="{0C725719-9E7E-475B-A8B3-6754E127D66D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A0556-486E-46FB-BA16-48AF076C44D3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Aptos" panose="02110004020202020204"/>
              <a:ea typeface="+mn-ea"/>
              <a:cs typeface="+mn-cs"/>
            </a:rPr>
            <a:t>Event Handling and User Registration</a:t>
          </a:r>
        </a:p>
      </dsp:txBody>
      <dsp:txXfrm>
        <a:off x="3946203" y="886531"/>
        <a:ext cx="2810360" cy="1744948"/>
      </dsp:txXfrm>
    </dsp:sp>
    <dsp:sp modelId="{6546220F-C533-4065-9A00-AA8ECBDAFCE7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7F3E6-083F-4CB3-9C31-C68ED8E95F12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Aptos" panose="02110004020202020204"/>
              <a:ea typeface="+mn-ea"/>
              <a:cs typeface="+mn-cs"/>
            </a:rPr>
            <a:t>SQL Database</a:t>
          </a:r>
        </a:p>
      </dsp:txBody>
      <dsp:txXfrm>
        <a:off x="7513791" y="886531"/>
        <a:ext cx="2810360" cy="174494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46220F-C533-4065-9A00-AA8ECBDAFCE7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7F3E6-083F-4CB3-9C31-C68ED8E95F12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Aptos"/>
              <a:ea typeface="+mn-ea"/>
              <a:cs typeface="+mn-cs"/>
            </a:rPr>
            <a:t>Good Client Communication</a:t>
          </a:r>
        </a:p>
      </dsp:txBody>
      <dsp:txXfrm>
        <a:off x="378614" y="886531"/>
        <a:ext cx="2810360" cy="1744948"/>
      </dsp:txXfrm>
    </dsp:sp>
    <dsp:sp modelId="{073A9A3A-7F78-4539-B4B3-46A2C8A2015C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28AD1-0CFD-4B9D-8BF9-6A7889D55057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Aptos" panose="02110004020202020204"/>
              <a:ea typeface="+mn-ea"/>
              <a:cs typeface="+mn-cs"/>
            </a:rPr>
            <a:t>Handled Deadlines</a:t>
          </a:r>
        </a:p>
      </dsp:txBody>
      <dsp:txXfrm>
        <a:off x="3946203" y="886531"/>
        <a:ext cx="2810360" cy="1744948"/>
      </dsp:txXfrm>
    </dsp:sp>
    <dsp:sp modelId="{6B926DC2-4CC1-4ADA-90A9-06C9B796B37D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FEDD0D-F09C-4DB8-9EAF-28261CB8064C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Aptos" panose="02110004020202020204"/>
              <a:ea typeface="+mn-ea"/>
              <a:cs typeface="+mn-cs"/>
            </a:rPr>
            <a:t>Gathered Necessary Knowledge to Move Forward</a:t>
          </a:r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ud text bubble on a white background">
            <a:extLst>
              <a:ext uri="{FF2B5EF4-FFF2-40B4-BE49-F238E27FC236}">
                <a16:creationId xmlns:a16="http://schemas.microsoft.com/office/drawing/2014/main" id="{8838232D-13EE-F288-368E-34B3FCD2A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1572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131368" cy="1571164"/>
          </a:xfrm>
        </p:spPr>
        <p:txBody>
          <a:bodyPr>
            <a:normAutofit/>
          </a:bodyPr>
          <a:lstStyle/>
          <a:p>
            <a:pPr algn="l"/>
            <a:r>
              <a:rPr lang="en-US" sz="3600" b="1"/>
              <a:t>Q3-Chat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1600"/>
              <a:t>By: </a:t>
            </a:r>
          </a:p>
          <a:p>
            <a:pPr algn="l"/>
            <a:r>
              <a:rPr lang="en-US" sz="1600"/>
              <a:t>James R.P., Aiden V., and Mitchell M.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7CB02-AC06-9FCD-9441-CE976068D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Introduction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32B69C-5F63-D60F-A70F-64800986DA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70002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743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EA992-1FEA-BC2E-6F69-9E276D09A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D665C9-F6CD-EB4E-47B6-D2DEE432B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9AAC96-84F4-51CA-72ED-8E18EDFD2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774DD6-0924-1295-FB75-56116D6F4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E78E2D-4218-0C95-B988-3E1361C65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7089E0-CEA7-253B-ADF1-3A5CF1C64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37894FC-3333-267F-33D4-97A3AF2DD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55C9C4-A5CA-A18E-7E26-45AF5298E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Sprint Objectives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23AF69-F82E-7109-D907-201A988AF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1FB744-F943-6D2E-4757-D7B68F943F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02079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9204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CEE81D-B61C-C60B-847B-DC8CEE51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68B01D-E4B2-C613-CA31-B13F8392B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D8FF65-6810-7035-BEA2-E781CECCB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FF60557-A53B-13FD-55E5-59B5E8A5A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9781FD-9987-F8C7-9A37-2F1B13B3A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6E739AE-61A0-9C18-D603-323A2B394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13BC00A-52F9-A18F-EEE3-DD9D9A7A7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8DF99-750E-F6E4-5D40-AF6FE1258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Requirements Gathering Process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45F99A-5B49-B4AB-8D70-E7DC57321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7B87A9-3F0E-AB0F-C005-70D911D4F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554613"/>
              </p:ext>
            </p:extLst>
          </p:nvPr>
        </p:nvGraphicFramePr>
        <p:xfrm>
          <a:off x="846730" y="3017519"/>
          <a:ext cx="2353326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73" name="Picture 172">
            <a:extLst>
              <a:ext uri="{FF2B5EF4-FFF2-40B4-BE49-F238E27FC236}">
                <a16:creationId xmlns:a16="http://schemas.microsoft.com/office/drawing/2014/main" id="{930AE8E8-CD6F-234E-0F55-4AA51BA85C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6607" y="2735747"/>
            <a:ext cx="6771190" cy="349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5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2C77D-3265-7F29-39DD-D7C070EE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C07841-D083-A551-0D30-7AA6BC7FF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3EEE15-1314-FBE6-B570-ACAEFB9A4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2E3C25-71BF-2D3B-DEFA-CA3DF74699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D728E53-2EB3-92A7-F13E-0CD73DDEB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59908A6-0810-B3AD-755D-CEDFD8A7C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9EFB39D-E7A3-AD53-9436-C432942F6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31937-9A83-EF50-8CC4-9C68A54CA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Requirements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143915-588E-1ACC-AE84-29DECCC5A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1C0183-D004-EAF5-2A98-9AB15D91BB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0851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1C843-EE18-4211-C557-186B9B898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BC671E-6C81-EE15-58CD-EC271867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Functional Requirements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FF3CA26-1D2E-E5B7-2412-1E0FB659A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003" y="666728"/>
            <a:ext cx="5534979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8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CDFA7-3AF7-E720-FB80-8CB9D188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BD254-BAFD-4C6D-A3ED-FA9E56FF5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User Stories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52929E-CE29-6034-DF36-AE9585C49E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29389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7237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56B1C-820E-AD61-27B7-D56D4EC6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00525-2BC9-B5E8-4669-9E806E574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Use Cases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4FB6F1-519D-03DF-36A4-3FECEAC09C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66086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3247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520932-0473-8010-F5D3-1ED540B79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F099C-27DB-3E8F-7391-879B43CD1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UML Diagram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652E3B7-3646-5BAF-98A3-9D6322199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51" y="1675227"/>
            <a:ext cx="1033929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86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2A30E-0EE3-9C09-7362-0FB432ED3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CC1602-B509-3C5B-477F-6BA4B0E3A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F2B003-9F32-2DD1-E866-EA41E10FA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37F48C6-FAD0-EAC9-150E-548A6B330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78AB8E-4E0C-0264-39E2-B146CB4F9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5DB27E8-DB1E-659E-6D2A-F14F9E59A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B97B977-D8C2-8D30-2AC0-1B2DD2B7A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1F197-A067-EE50-032C-D19B05656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Existing Solutions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D4E976-38D6-5870-84E6-91569461A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3E09AE-2614-318E-7CC8-F8A97EE5333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0602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7AB8C-353E-5ABD-D332-CC7F6C32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95C98B-52BE-09A2-68E2-FE8B49CD5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Kanban Overview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2173B3-5A91-CD19-2585-DF872EDED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738" y="1675227"/>
            <a:ext cx="865852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57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7628F-137F-FA16-EDC9-B71CE8E0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42D4D-AEED-FDAC-11EA-54E9D672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Contributions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988F28-B371-8269-89B7-9549A2CC98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542455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7975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6CEC8-7EAE-A2D7-ECDE-989E7ACF0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05AB-04DC-FC1D-C224-A90AB8E23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663" y="2753483"/>
            <a:ext cx="3964675" cy="1336936"/>
          </a:xfrm>
        </p:spPr>
        <p:txBody>
          <a:bodyPr/>
          <a:lstStyle/>
          <a:p>
            <a:r>
              <a:rPr lang="en-US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1552391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2F85C-13B2-9245-87C8-C15BB2504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70990A-DE93-4F1F-5BC5-07812EB9D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704"/>
            <a:ext cx="12192000" cy="649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23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83638-E21D-7153-23E5-049D2433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B8180-DE39-40A0-7DE2-FBD87ABD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Learnings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759D5A-C3E5-6716-5F7F-3AF75F2509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29200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5298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29D3A-DE86-2212-91F1-2CEB73FC1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95F5-8286-CCE9-F683-CF90B4DC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5D507-BADC-355E-2EA6-5852D7412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Established Client Connection and Gathered Requirements</a:t>
            </a:r>
          </a:p>
          <a:p>
            <a:r>
              <a:rPr lang="en-US"/>
              <a:t>Completed Project Overview Document</a:t>
            </a:r>
          </a:p>
          <a:p>
            <a:r>
              <a:rPr lang="en-US"/>
              <a:t>Completed Requirements Document</a:t>
            </a:r>
          </a:p>
          <a:p>
            <a:r>
              <a:rPr lang="en-US"/>
              <a:t>QT Quick Sample</a:t>
            </a:r>
          </a:p>
          <a:p>
            <a:r>
              <a:rPr lang="en-US"/>
              <a:t>Home Server Sample</a:t>
            </a:r>
          </a:p>
        </p:txBody>
      </p:sp>
    </p:spTree>
    <p:extLst>
      <p:ext uri="{BB962C8B-B14F-4D97-AF65-F5344CB8AC3E}">
        <p14:creationId xmlns:p14="http://schemas.microsoft.com/office/powerpoint/2010/main" val="2236083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15A8D-41DB-3AD6-CE9C-68D983A92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D9F87-74F8-718E-8609-177B16BAC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790295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Statement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257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EF9D4-FBBC-8F2E-52E1-8A479B01B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CC2CF1-3A7F-EACD-5F9E-2C06F854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61E387-FFAA-F05E-2A7F-CE3DCA34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3C8E8F-B9A0-913A-AD40-D6A203F1C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5F18A1E-846C-AFDE-CBC5-F59E196E9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8BAC191-E805-0653-AF35-84EBA78C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EF413A9-6101-A7C1-E447-6BA93B8FE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42139-76E7-1856-F816-C949F62A5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Next Sprint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BCD400-54B0-1CAE-0887-59902134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F66E79-AE2D-D8ED-2429-862695CBBB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45272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9786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AD4C9E-B82C-30D9-8CC9-C161E0C2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D42670-DE5A-EA74-12AB-56BF8064E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BEF9CF6-420C-0E3B-5BA9-8A07503BE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EAB9284-3017-F900-7937-68CFD8C6C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92925AA-E167-33C6-7E79-DFDCBA62A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7AF1E3-8101-6568-D8C7-325716E22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9235F7A5-300D-AD16-ED76-8CFE2A012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F8562-7DF9-91CC-A2B2-1ED54AD58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Reflection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1BE879-5057-107B-5E95-CC5D434E6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E15141-20F6-52AB-F152-C614F0ED4C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7959373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8218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33005-8B04-8899-3E82-6758F658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E266208-7C9D-CA4A-A30A-1080873A4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D5B874-0637-D435-075E-F09454DC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2EA048-316A-A2D1-404E-B8E2DBEBC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4A5C2-D6D9-A1FC-8670-CB1B9FF74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790295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Conclusion</a:t>
            </a:r>
            <a:endParaRPr lang="en-US"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164146-C6C1-2B2A-3649-8E3098ABF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325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Q3-Chat</vt:lpstr>
      <vt:lpstr>Introduction</vt:lpstr>
      <vt:lpstr>Sprint Objectives</vt:lpstr>
      <vt:lpstr>Requirements Gathering Process</vt:lpstr>
      <vt:lpstr>Requirements</vt:lpstr>
      <vt:lpstr>Functional Requirements</vt:lpstr>
      <vt:lpstr>User Stories</vt:lpstr>
      <vt:lpstr>Use Cases</vt:lpstr>
      <vt:lpstr>UML Diagram</vt:lpstr>
      <vt:lpstr>Existing Solutions</vt:lpstr>
      <vt:lpstr>Kanban Overview</vt:lpstr>
      <vt:lpstr>Contributions</vt:lpstr>
      <vt:lpstr>Demonstration</vt:lpstr>
      <vt:lpstr>PowerPoint Presentation</vt:lpstr>
      <vt:lpstr>Learnings</vt:lpstr>
      <vt:lpstr>Sprint Achievements</vt:lpstr>
      <vt:lpstr>AI Statement</vt:lpstr>
      <vt:lpstr>Next Sprint</vt:lpstr>
      <vt:lpstr>Reflection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2026-10-11T20:47:25Z</dcterms:created>
  <dcterms:modified xsi:type="dcterms:W3CDTF">2026-10-12T03:02:31Z</dcterms:modified>
</cp:coreProperties>
</file>